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3"/>
  </p:notesMasterIdLst>
  <p:sldIdLst>
    <p:sldId id="264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–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8"/>
    <p:restoredTop sz="94658"/>
  </p:normalViewPr>
  <p:slideViewPr>
    <p:cSldViewPr snapToGrid="0">
      <p:cViewPr>
        <p:scale>
          <a:sx n="120" d="100"/>
          <a:sy n="120" d="100"/>
        </p:scale>
        <p:origin x="280" y="1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593C89B-FC3A-F54A-8217-0F6F5B101963}" type="datetimeFigureOut">
              <a:rPr lang="en-US" smtClean="0"/>
              <a:t>6/19/26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9671FD-5875-6C46-ACF3-BC199C8AE1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18095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9671FD-5875-6C46-ACF3-BC199C8AE1F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4160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4F440B6D-D8EA-328C-0E0A-0927EB44B7D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99734" y="3779225"/>
            <a:ext cx="6541200" cy="855299"/>
          </a:xfrm>
          <a:prstGeom prst="rect">
            <a:avLst/>
          </a:prstGeom>
        </p:spPr>
        <p:txBody>
          <a:bodyPr wrap="square">
            <a:noAutofit/>
          </a:bodyPr>
          <a:lstStyle>
            <a:lvl1pPr>
              <a:lnSpc>
                <a:spcPct val="104000"/>
              </a:lnSpc>
              <a:defRPr sz="1801" b="0" i="0" kern="1800" spc="-30" baseline="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endParaRPr lang="en-US"/>
          </a:p>
        </p:txBody>
      </p:sp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1A2B6932-246C-2F4B-B897-29B44C1D8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9731" y="1889952"/>
            <a:ext cx="6542514" cy="1806905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>
              <a:lnSpc>
                <a:spcPct val="80000"/>
              </a:lnSpc>
              <a:defRPr sz="7200" b="1" i="0">
                <a:solidFill>
                  <a:schemeClr val="tx1"/>
                </a:solidFill>
                <a:latin typeface="Aptos" panose="020B0004020202020204" pitchFamily="34" charset="0"/>
              </a:defRPr>
            </a:lvl1pPr>
          </a:lstStyle>
          <a:p>
            <a:r>
              <a:rPr lang="en-GB"/>
              <a:t>Click here </a:t>
            </a:r>
            <a:br>
              <a:rPr lang="en-GB"/>
            </a:br>
            <a:r>
              <a:rPr lang="en-GB"/>
              <a:t>to insert title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09D3A070-4BD2-ECCB-D736-EBBF239055BC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7678171" y="0"/>
            <a:ext cx="4014100" cy="6354450"/>
          </a:xfrm>
          <a:custGeom>
            <a:avLst/>
            <a:gdLst>
              <a:gd name="connsiteX0" fmla="*/ 0 w 3959504"/>
              <a:gd name="connsiteY0" fmla="*/ 0 h 6289040"/>
              <a:gd name="connsiteX1" fmla="*/ 3959504 w 3959504"/>
              <a:gd name="connsiteY1" fmla="*/ 0 h 6289040"/>
              <a:gd name="connsiteX2" fmla="*/ 3959504 w 3959504"/>
              <a:gd name="connsiteY2" fmla="*/ 6289040 h 6289040"/>
              <a:gd name="connsiteX3" fmla="*/ 0 w 3959504"/>
              <a:gd name="connsiteY3" fmla="*/ 6289040 h 6289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959504" h="6289040">
                <a:moveTo>
                  <a:pt x="0" y="0"/>
                </a:moveTo>
                <a:lnTo>
                  <a:pt x="3959504" y="0"/>
                </a:lnTo>
                <a:lnTo>
                  <a:pt x="3959504" y="6289040"/>
                </a:lnTo>
                <a:lnTo>
                  <a:pt x="0" y="6289040"/>
                </a:lnTo>
                <a:close/>
              </a:path>
            </a:pathLst>
          </a:custGeom>
        </p:spPr>
        <p:txBody>
          <a:bodyPr wrap="square" bIns="648000" anchor="ctr">
            <a:noAutofit/>
          </a:bodyPr>
          <a:lstStyle>
            <a:lvl1pPr algn="ctr">
              <a:defRPr sz="1200" b="0" i="0"/>
            </a:lvl1pPr>
          </a:lstStyle>
          <a:p>
            <a:r>
              <a:rPr lang="en-GB"/>
              <a:t>Click icon to insert image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495D323A-2B78-EEBC-DA85-0E4EEC46D49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02042" y="5813461"/>
            <a:ext cx="2047717" cy="540991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37E3B281-6DA1-3BF1-68F7-E4CBC8D2924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499736" y="503550"/>
            <a:ext cx="651959" cy="93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2518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9">
            <a:extLst>
              <a:ext uri="{FF2B5EF4-FFF2-40B4-BE49-F238E27FC236}">
                <a16:creationId xmlns:a16="http://schemas.microsoft.com/office/drawing/2014/main" id="{079E73F8-37B5-57EE-3B98-2EA71E263B1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99733" y="1408773"/>
            <a:ext cx="496800" cy="493200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4000"/>
              </a:lnSpc>
              <a:defRPr sz="1801" b="1" i="0"/>
            </a:lvl1pPr>
          </a:lstStyle>
          <a:p>
            <a:r>
              <a:rPr lang="en-GB"/>
              <a:t>01</a:t>
            </a:r>
          </a:p>
        </p:txBody>
      </p:sp>
      <p:sp>
        <p:nvSpPr>
          <p:cNvPr id="5" name="Text Placeholder 20">
            <a:extLst>
              <a:ext uri="{FF2B5EF4-FFF2-40B4-BE49-F238E27FC236}">
                <a16:creationId xmlns:a16="http://schemas.microsoft.com/office/drawing/2014/main" id="{C4E74264-E44F-0797-6D9B-9719118A5B4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337483" y="1408772"/>
            <a:ext cx="10354780" cy="493200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4000"/>
              </a:lnSpc>
              <a:defRPr sz="1801" b="0" i="0"/>
            </a:lvl1pPr>
          </a:lstStyle>
          <a:p>
            <a:r>
              <a:rPr lang="en-GB"/>
              <a:t>Add section title</a:t>
            </a:r>
          </a:p>
        </p:txBody>
      </p:sp>
      <p:sp>
        <p:nvSpPr>
          <p:cNvPr id="6" name="Text Placeholder 21">
            <a:extLst>
              <a:ext uri="{FF2B5EF4-FFF2-40B4-BE49-F238E27FC236}">
                <a16:creationId xmlns:a16="http://schemas.microsoft.com/office/drawing/2014/main" id="{474BFACF-A065-5599-4DA5-5613F6DC25E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99733" y="2113799"/>
            <a:ext cx="496800" cy="4932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801" b="1" i="0"/>
            </a:lvl1pPr>
          </a:lstStyle>
          <a:p>
            <a:r>
              <a:rPr lang="en-GB"/>
              <a:t>02</a:t>
            </a:r>
          </a:p>
        </p:txBody>
      </p:sp>
      <p:sp>
        <p:nvSpPr>
          <p:cNvPr id="9" name="Text Placeholder 23">
            <a:extLst>
              <a:ext uri="{FF2B5EF4-FFF2-40B4-BE49-F238E27FC236}">
                <a16:creationId xmlns:a16="http://schemas.microsoft.com/office/drawing/2014/main" id="{5691CC70-8DF2-EE6F-C40B-B6A831DFB18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99733" y="2818825"/>
            <a:ext cx="496800" cy="493200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4000"/>
              </a:lnSpc>
              <a:defRPr sz="1801" b="1" i="0"/>
            </a:lvl1pPr>
          </a:lstStyle>
          <a:p>
            <a:r>
              <a:rPr lang="en-GB"/>
              <a:t>03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81241517-A93B-C884-00F7-1D76B026E7D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99733" y="3523851"/>
            <a:ext cx="496800" cy="493200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4000"/>
              </a:lnSpc>
              <a:defRPr sz="1801" b="1" i="0"/>
            </a:lvl1pPr>
          </a:lstStyle>
          <a:p>
            <a:r>
              <a:rPr lang="en-GB"/>
              <a:t>04</a:t>
            </a:r>
          </a:p>
        </p:txBody>
      </p:sp>
      <p:sp>
        <p:nvSpPr>
          <p:cNvPr id="14" name="Text Placeholder 27">
            <a:extLst>
              <a:ext uri="{FF2B5EF4-FFF2-40B4-BE49-F238E27FC236}">
                <a16:creationId xmlns:a16="http://schemas.microsoft.com/office/drawing/2014/main" id="{623F1BAB-65D9-A5B4-E25B-18ED21C1E93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99733" y="4228877"/>
            <a:ext cx="496800" cy="493200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4000"/>
              </a:lnSpc>
              <a:defRPr sz="1801" b="1" i="0"/>
            </a:lvl1pPr>
          </a:lstStyle>
          <a:p>
            <a:r>
              <a:rPr lang="en-GB"/>
              <a:t>05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9A622FF6-9443-30AD-C876-90BBC09B5850}"/>
              </a:ext>
            </a:extLst>
          </p:cNvPr>
          <p:cNvCxnSpPr>
            <a:cxnSpLocks/>
          </p:cNvCxnSpPr>
          <p:nvPr userDrawn="1"/>
        </p:nvCxnSpPr>
        <p:spPr>
          <a:xfrm>
            <a:off x="1139588" y="1431102"/>
            <a:ext cx="0" cy="39960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itle Placeholder 1">
            <a:extLst>
              <a:ext uri="{FF2B5EF4-FFF2-40B4-BE49-F238E27FC236}">
                <a16:creationId xmlns:a16="http://schemas.microsoft.com/office/drawing/2014/main" id="{D325DC9D-2AA9-80B0-59CB-EB2A231584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9735" y="538540"/>
            <a:ext cx="11192533" cy="383695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>
              <a:defRPr b="1" i="0"/>
            </a:lvl1pPr>
          </a:lstStyle>
          <a:p>
            <a:r>
              <a:rPr lang="en-GB"/>
              <a:t>Agenda slide</a:t>
            </a:r>
          </a:p>
        </p:txBody>
      </p:sp>
      <p:sp>
        <p:nvSpPr>
          <p:cNvPr id="38" name="Text Placeholder 20">
            <a:extLst>
              <a:ext uri="{FF2B5EF4-FFF2-40B4-BE49-F238E27FC236}">
                <a16:creationId xmlns:a16="http://schemas.microsoft.com/office/drawing/2014/main" id="{94FB1512-536B-3C06-8758-3BF64A3DF58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337483" y="2113798"/>
            <a:ext cx="10354780" cy="493200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4000"/>
              </a:lnSpc>
              <a:defRPr sz="1801" b="0" i="0"/>
            </a:lvl1pPr>
          </a:lstStyle>
          <a:p>
            <a:r>
              <a:rPr lang="en-GB"/>
              <a:t>Add section title</a:t>
            </a:r>
          </a:p>
        </p:txBody>
      </p:sp>
      <p:sp>
        <p:nvSpPr>
          <p:cNvPr id="39" name="Text Placeholder 20">
            <a:extLst>
              <a:ext uri="{FF2B5EF4-FFF2-40B4-BE49-F238E27FC236}">
                <a16:creationId xmlns:a16="http://schemas.microsoft.com/office/drawing/2014/main" id="{E73858A2-79B0-D494-4400-BA3171AC253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337483" y="2818824"/>
            <a:ext cx="10354780" cy="493200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4000"/>
              </a:lnSpc>
              <a:defRPr sz="1801" b="0" i="0"/>
            </a:lvl1pPr>
          </a:lstStyle>
          <a:p>
            <a:r>
              <a:rPr lang="en-GB"/>
              <a:t>Add section title</a:t>
            </a:r>
          </a:p>
        </p:txBody>
      </p:sp>
      <p:sp>
        <p:nvSpPr>
          <p:cNvPr id="40" name="Text Placeholder 20">
            <a:extLst>
              <a:ext uri="{FF2B5EF4-FFF2-40B4-BE49-F238E27FC236}">
                <a16:creationId xmlns:a16="http://schemas.microsoft.com/office/drawing/2014/main" id="{316DF11A-F375-2621-E425-D254C2BFBDC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337483" y="3523850"/>
            <a:ext cx="10354780" cy="493200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4000"/>
              </a:lnSpc>
              <a:defRPr sz="1801" b="0" i="0"/>
            </a:lvl1pPr>
          </a:lstStyle>
          <a:p>
            <a:r>
              <a:rPr lang="en-GB"/>
              <a:t>Add section title</a:t>
            </a:r>
          </a:p>
        </p:txBody>
      </p:sp>
      <p:sp>
        <p:nvSpPr>
          <p:cNvPr id="41" name="Text Placeholder 20">
            <a:extLst>
              <a:ext uri="{FF2B5EF4-FFF2-40B4-BE49-F238E27FC236}">
                <a16:creationId xmlns:a16="http://schemas.microsoft.com/office/drawing/2014/main" id="{FB045E71-4D6C-C476-D364-81DB443EDF2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337483" y="4228876"/>
            <a:ext cx="10354780" cy="493200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4000"/>
              </a:lnSpc>
              <a:defRPr sz="1801" b="0" i="0"/>
            </a:lvl1pPr>
          </a:lstStyle>
          <a:p>
            <a:r>
              <a:rPr lang="en-GB"/>
              <a:t>Add section title</a:t>
            </a:r>
          </a:p>
        </p:txBody>
      </p:sp>
      <p:sp>
        <p:nvSpPr>
          <p:cNvPr id="44" name="Text Placeholder 20">
            <a:extLst>
              <a:ext uri="{FF2B5EF4-FFF2-40B4-BE49-F238E27FC236}">
                <a16:creationId xmlns:a16="http://schemas.microsoft.com/office/drawing/2014/main" id="{6ACC28C5-8646-3B2E-4FDA-90CAAD6437E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337483" y="4933902"/>
            <a:ext cx="10354780" cy="493200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4000"/>
              </a:lnSpc>
              <a:defRPr sz="1801" b="0" i="0"/>
            </a:lvl1pPr>
          </a:lstStyle>
          <a:p>
            <a:r>
              <a:rPr lang="en-GB"/>
              <a:t>Add section title</a:t>
            </a:r>
          </a:p>
        </p:txBody>
      </p:sp>
      <p:sp>
        <p:nvSpPr>
          <p:cNvPr id="49" name="Text Placeholder 29">
            <a:extLst>
              <a:ext uri="{FF2B5EF4-FFF2-40B4-BE49-F238E27FC236}">
                <a16:creationId xmlns:a16="http://schemas.microsoft.com/office/drawing/2014/main" id="{CE07A932-8579-47D4-C90C-297D44DE434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99733" y="4933903"/>
            <a:ext cx="496800" cy="4932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801" b="1" i="0"/>
            </a:lvl1pPr>
          </a:lstStyle>
          <a:p>
            <a:r>
              <a:rPr lang="en-GB"/>
              <a:t>06</a:t>
            </a: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3AE35719-FA44-A163-BB88-1B8A4A4453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39733" y="5994450"/>
            <a:ext cx="10652533" cy="360000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defRPr sz="1100" b="0" i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</a:lstStyle>
          <a:p>
            <a:endParaRPr lang="en-GB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CC09AF1F-D92E-6A9B-3F0C-EFF7A5E317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99733" y="5994450"/>
            <a:ext cx="360000" cy="360000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defRPr sz="1200" b="1" i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</a:lstStyle>
          <a:p>
            <a:fld id="{E8F1A65C-595C-4736-BF40-F7D31E789466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613555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09D3A070-4BD2-ECCB-D736-EBBF239055BC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12192000" cy="3445200"/>
          </a:xfrm>
          <a:custGeom>
            <a:avLst/>
            <a:gdLst>
              <a:gd name="connsiteX0" fmla="*/ 0 w 3959504"/>
              <a:gd name="connsiteY0" fmla="*/ 0 h 6289040"/>
              <a:gd name="connsiteX1" fmla="*/ 3959504 w 3959504"/>
              <a:gd name="connsiteY1" fmla="*/ 0 h 6289040"/>
              <a:gd name="connsiteX2" fmla="*/ 3959504 w 3959504"/>
              <a:gd name="connsiteY2" fmla="*/ 6289040 h 6289040"/>
              <a:gd name="connsiteX3" fmla="*/ 0 w 3959504"/>
              <a:gd name="connsiteY3" fmla="*/ 6289040 h 6289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959504" h="6289040">
                <a:moveTo>
                  <a:pt x="0" y="0"/>
                </a:moveTo>
                <a:lnTo>
                  <a:pt x="3959504" y="0"/>
                </a:lnTo>
                <a:lnTo>
                  <a:pt x="3959504" y="6289040"/>
                </a:lnTo>
                <a:lnTo>
                  <a:pt x="0" y="6289040"/>
                </a:lnTo>
                <a:close/>
              </a:path>
            </a:pathLst>
          </a:custGeom>
        </p:spPr>
        <p:txBody>
          <a:bodyPr wrap="square" bIns="648000" anchor="ctr">
            <a:noAutofit/>
          </a:bodyPr>
          <a:lstStyle>
            <a:lvl1pPr algn="ctr">
              <a:defRPr sz="1200" b="0" i="0"/>
            </a:lvl1pPr>
          </a:lstStyle>
          <a:p>
            <a:r>
              <a:rPr lang="en-GB"/>
              <a:t>Click icon to insert image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4F440B6D-D8EA-328C-0E0A-0927EB44B7D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99733" y="1580118"/>
            <a:ext cx="8208000" cy="855299"/>
          </a:xfrm>
          <a:prstGeom prst="rect">
            <a:avLst/>
          </a:prstGeom>
        </p:spPr>
        <p:txBody>
          <a:bodyPr wrap="square">
            <a:noAutofit/>
          </a:bodyPr>
          <a:lstStyle>
            <a:lvl1pPr>
              <a:lnSpc>
                <a:spcPct val="105000"/>
              </a:lnSpc>
              <a:defRPr sz="6000" b="1" i="0" kern="1800" spc="-30" baseline="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Chapter #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8FCD2B1-D684-AD84-2649-CD4B7D8A9D7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9733" y="2791790"/>
            <a:ext cx="8208000" cy="1743682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>
              <a:lnSpc>
                <a:spcPct val="80000"/>
              </a:lnSpc>
              <a:defRPr sz="7200" b="1" i="0">
                <a:solidFill>
                  <a:schemeClr val="tx1"/>
                </a:solidFill>
                <a:latin typeface="Aptos" panose="020B0004020202020204" pitchFamily="34" charset="0"/>
              </a:defRPr>
            </a:lvl1pPr>
          </a:lstStyle>
          <a:p>
            <a:r>
              <a:rPr lang="en-GB"/>
              <a:t>Click here </a:t>
            </a:r>
            <a:br>
              <a:rPr lang="en-GB"/>
            </a:br>
            <a:r>
              <a:rPr lang="en-GB"/>
              <a:t>to insert title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00B8516D-47D9-14C7-8A37-4D8EBA2DA18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 rot="16200000">
            <a:off x="10397913" y="5057791"/>
            <a:ext cx="2047718" cy="540990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6CD01A2E-B837-A6F6-D4AB-D9E7B471108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500069" y="5418451"/>
            <a:ext cx="651959" cy="93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07948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2EEA4A-9A60-48E7-C783-1DF04B06384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/>
              <a:t>Click here to insert title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CF2F90A-D115-B139-91F8-349D3090A6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499733" y="5994450"/>
            <a:ext cx="360000" cy="360000"/>
          </a:xfrm>
          <a:prstGeom prst="rect">
            <a:avLst/>
          </a:prstGeom>
        </p:spPr>
        <p:txBody>
          <a:bodyPr/>
          <a:lstStyle/>
          <a:p>
            <a:fld id="{E8F1A65C-595C-4736-BF40-F7D31E789466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F2C6D58-B907-2304-3A73-FE43477E18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39733" y="5994450"/>
            <a:ext cx="10652533" cy="360000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673161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only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6BFCA1-3D8D-4284-C24E-E3DA1F69957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99735" y="1077065"/>
            <a:ext cx="11192533" cy="564450"/>
          </a:xfrm>
          <a:prstGeom prst="rect">
            <a:avLst/>
          </a:prstGeom>
        </p:spPr>
        <p:txBody>
          <a:bodyPr wrap="square">
            <a:noAutofit/>
          </a:bodyPr>
          <a:lstStyle>
            <a:lvl1pPr>
              <a:lnSpc>
                <a:spcPct val="104000"/>
              </a:lnSpc>
              <a:defRPr sz="1801" b="0" i="0"/>
            </a:lvl1pPr>
          </a:lstStyle>
          <a:p>
            <a:pPr marL="0" marR="0" lvl="0" indent="0" algn="l" defTabSz="914431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Add subheading</a:t>
            </a:r>
          </a:p>
        </p:txBody>
      </p:sp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310189C7-0533-C5A5-2053-64B64A4AE60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9735" y="538540"/>
            <a:ext cx="11192533" cy="383695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>
              <a:defRPr b="1" i="0"/>
            </a:lvl1pPr>
          </a:lstStyle>
          <a:p>
            <a:r>
              <a:rPr lang="en-GB"/>
              <a:t>Click here to insert title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AFBC0A28-AEB8-D9B8-A0EC-71E62E2710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9735" y="1888476"/>
            <a:ext cx="11192533" cy="35676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1600" b="0" i="0"/>
            </a:lvl1pPr>
          </a:lstStyle>
          <a:p>
            <a:pPr lvl="0"/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6B6548-23BD-98E4-9CD2-2878F478E76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39733" y="5994450"/>
            <a:ext cx="10652533" cy="360000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defRPr sz="1100" b="0" i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927592-F46C-B92A-942C-96C668B8F3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99733" y="5994450"/>
            <a:ext cx="360000" cy="360000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defRPr sz="1200" b="1" i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</a:lstStyle>
          <a:p>
            <a:fld id="{E8F1A65C-595C-4736-BF40-F7D31E789466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809323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2">
            <a:extLst>
              <a:ext uri="{FF2B5EF4-FFF2-40B4-BE49-F238E27FC236}">
                <a16:creationId xmlns:a16="http://schemas.microsoft.com/office/drawing/2014/main" id="{8901B2BF-B146-18AA-D1AC-C11BF13456D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99735" y="1077065"/>
            <a:ext cx="11192533" cy="564450"/>
          </a:xfrm>
          <a:prstGeom prst="rect">
            <a:avLst/>
          </a:prstGeom>
        </p:spPr>
        <p:txBody>
          <a:bodyPr wrap="square">
            <a:noAutofit/>
          </a:bodyPr>
          <a:lstStyle>
            <a:lvl1pPr>
              <a:lnSpc>
                <a:spcPct val="104000"/>
              </a:lnSpc>
              <a:defRPr sz="1801" b="0" i="0"/>
            </a:lvl1pPr>
          </a:lstStyle>
          <a:p>
            <a:pPr marL="0" marR="0" lvl="0" indent="0" algn="l" defTabSz="914431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Add subheading</a:t>
            </a:r>
          </a:p>
        </p:txBody>
      </p:sp>
      <p:sp>
        <p:nvSpPr>
          <p:cNvPr id="8" name="Content Placeholder 15">
            <a:extLst>
              <a:ext uri="{FF2B5EF4-FFF2-40B4-BE49-F238E27FC236}">
                <a16:creationId xmlns:a16="http://schemas.microsoft.com/office/drawing/2014/main" id="{36F623F4-4EF9-C441-6445-BE83736EA377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99733" y="2589800"/>
            <a:ext cx="5076000" cy="2866276"/>
          </a:xfrm>
          <a:prstGeom prst="rect">
            <a:avLst/>
          </a:prstGeom>
        </p:spPr>
        <p:txBody>
          <a:bodyPr/>
          <a:lstStyle>
            <a:lvl1pPr>
              <a:lnSpc>
                <a:spcPct val="104000"/>
              </a:lnSpc>
              <a:defRPr sz="1401" b="0" i="0"/>
            </a:lvl1pPr>
          </a:lstStyle>
          <a:p>
            <a:endParaRPr lang="en-GB"/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A80B7B62-049F-CC9E-9B73-4108CEF5DEF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99732" y="1888476"/>
            <a:ext cx="5076000" cy="564450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lnSpc>
                <a:spcPct val="104000"/>
              </a:lnSpc>
              <a:defRPr sz="1600" b="0" i="0"/>
            </a:lvl1pPr>
          </a:lstStyle>
          <a:p>
            <a:r>
              <a:rPr lang="en-GB"/>
              <a:t>Add heading (two lines max)</a:t>
            </a:r>
          </a:p>
        </p:txBody>
      </p:sp>
      <p:sp>
        <p:nvSpPr>
          <p:cNvPr id="26" name="Content Placeholder 15">
            <a:extLst>
              <a:ext uri="{FF2B5EF4-FFF2-40B4-BE49-F238E27FC236}">
                <a16:creationId xmlns:a16="http://schemas.microsoft.com/office/drawing/2014/main" id="{1E648676-8FD7-02E8-7716-297A4F374120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6619166" y="2589800"/>
            <a:ext cx="5073092" cy="2866276"/>
          </a:xfrm>
          <a:prstGeom prst="rect">
            <a:avLst/>
          </a:prstGeom>
        </p:spPr>
        <p:txBody>
          <a:bodyPr/>
          <a:lstStyle>
            <a:lvl1pPr>
              <a:lnSpc>
                <a:spcPct val="104000"/>
              </a:lnSpc>
              <a:defRPr sz="1401" b="0" i="0"/>
            </a:lvl1pPr>
          </a:lstStyle>
          <a:p>
            <a:endParaRPr lang="en-GB"/>
          </a:p>
        </p:txBody>
      </p:sp>
      <p:sp>
        <p:nvSpPr>
          <p:cNvPr id="27" name="Text Placeholder 13">
            <a:extLst>
              <a:ext uri="{FF2B5EF4-FFF2-40B4-BE49-F238E27FC236}">
                <a16:creationId xmlns:a16="http://schemas.microsoft.com/office/drawing/2014/main" id="{5854E95A-9CE6-D1AA-8A64-A9F487ACB88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619168" y="1888476"/>
            <a:ext cx="5073099" cy="564450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lnSpc>
                <a:spcPct val="104000"/>
              </a:lnSpc>
              <a:defRPr sz="1600" b="0" i="0"/>
            </a:lvl1pPr>
          </a:lstStyle>
          <a:p>
            <a:r>
              <a:rPr lang="en-GB"/>
              <a:t>Add heading(two lines max)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C2664B76-E093-0A2A-B5BC-50B49610644F}"/>
              </a:ext>
            </a:extLst>
          </p:cNvPr>
          <p:cNvCxnSpPr>
            <a:cxnSpLocks/>
          </p:cNvCxnSpPr>
          <p:nvPr userDrawn="1"/>
        </p:nvCxnSpPr>
        <p:spPr>
          <a:xfrm>
            <a:off x="6096000" y="1830466"/>
            <a:ext cx="0" cy="36360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itle Placeholder 1">
            <a:extLst>
              <a:ext uri="{FF2B5EF4-FFF2-40B4-BE49-F238E27FC236}">
                <a16:creationId xmlns:a16="http://schemas.microsoft.com/office/drawing/2014/main" id="{1E67C38B-51DC-8901-ABF7-E4536FB081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9735" y="538540"/>
            <a:ext cx="11192533" cy="383695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>
              <a:defRPr b="1" i="0"/>
            </a:lvl1pPr>
          </a:lstStyle>
          <a:p>
            <a:r>
              <a:rPr lang="en-GB"/>
              <a:t>Click here to insert title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96D373-250A-B2CA-1130-B203D8FB42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39733" y="5994450"/>
            <a:ext cx="10652533" cy="360000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defRPr sz="1100" b="0" i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3A7372-2C15-57D9-2B2B-79BD2F7740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99733" y="5994450"/>
            <a:ext cx="360000" cy="360000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defRPr sz="1200" b="1" i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</a:lstStyle>
          <a:p>
            <a:fld id="{E8F1A65C-595C-4736-BF40-F7D31E789466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825520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char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Content Placeholder 15">
            <a:extLst>
              <a:ext uri="{FF2B5EF4-FFF2-40B4-BE49-F238E27FC236}">
                <a16:creationId xmlns:a16="http://schemas.microsoft.com/office/drawing/2014/main" id="{6B843F2C-A45A-02E0-0AFF-23B4732E852F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7667467" y="1408770"/>
            <a:ext cx="4024802" cy="4047306"/>
          </a:xfrm>
          <a:prstGeom prst="rect">
            <a:avLst/>
          </a:prstGeom>
        </p:spPr>
        <p:txBody>
          <a:bodyPr/>
          <a:lstStyle>
            <a:lvl1pPr>
              <a:defRPr sz="1401" b="0" i="0"/>
            </a:lvl1pPr>
          </a:lstStyle>
          <a:p>
            <a:endParaRPr lang="en-GB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064F26B-8803-9659-C0F8-9ABB6BA873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9735" y="538540"/>
            <a:ext cx="11192533" cy="383695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>
              <a:defRPr b="1" i="0"/>
            </a:lvl1pPr>
          </a:lstStyle>
          <a:p>
            <a:r>
              <a:rPr lang="en-GB"/>
              <a:t>Click here to insert title</a:t>
            </a:r>
          </a:p>
        </p:txBody>
      </p:sp>
      <p:sp>
        <p:nvSpPr>
          <p:cNvPr id="8" name="Content Placeholder 15">
            <a:extLst>
              <a:ext uri="{FF2B5EF4-FFF2-40B4-BE49-F238E27FC236}">
                <a16:creationId xmlns:a16="http://schemas.microsoft.com/office/drawing/2014/main" id="{6F560808-D843-CD45-7AB0-37D202E7B9F2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499733" y="2138376"/>
            <a:ext cx="6542091" cy="3317700"/>
          </a:xfrm>
          <a:prstGeom prst="rect">
            <a:avLst/>
          </a:prstGeom>
        </p:spPr>
        <p:txBody>
          <a:bodyPr/>
          <a:lstStyle>
            <a:lvl1pPr>
              <a:lnSpc>
                <a:spcPct val="104000"/>
              </a:lnSpc>
              <a:defRPr sz="1401" b="0" i="0"/>
            </a:lvl1pPr>
          </a:lstStyle>
          <a:p>
            <a:endParaRPr lang="en-GB"/>
          </a:p>
        </p:txBody>
      </p:sp>
      <p:sp>
        <p:nvSpPr>
          <p:cNvPr id="9" name="Text Placeholder 13">
            <a:extLst>
              <a:ext uri="{FF2B5EF4-FFF2-40B4-BE49-F238E27FC236}">
                <a16:creationId xmlns:a16="http://schemas.microsoft.com/office/drawing/2014/main" id="{B75E58B9-86FE-9082-F516-B5221DE85A4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99730" y="1408771"/>
            <a:ext cx="6542091" cy="564450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lnSpc>
                <a:spcPct val="104000"/>
              </a:lnSpc>
              <a:defRPr sz="1600" b="1" i="0"/>
            </a:lvl1pPr>
          </a:lstStyle>
          <a:p>
            <a:r>
              <a:rPr lang="en-GB"/>
              <a:t>Add heading (two lines max)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F8172A-3973-112E-D77F-1638E34FBE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39733" y="5994450"/>
            <a:ext cx="10652533" cy="360000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defRPr sz="1100" b="0" i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A971DC-1654-C4EA-4403-B24156FCC3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99733" y="5994450"/>
            <a:ext cx="360000" cy="360000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defRPr sz="1200" b="1" i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</a:lstStyle>
          <a:p>
            <a:fld id="{E8F1A65C-595C-4736-BF40-F7D31E789466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76730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graph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AE7A2C40-535F-5F7E-F1C3-491FC395045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9735" y="538540"/>
            <a:ext cx="11192533" cy="383695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>
              <a:defRPr b="1" i="0"/>
            </a:lvl1pPr>
          </a:lstStyle>
          <a:p>
            <a:r>
              <a:rPr lang="en-GB"/>
              <a:t>Click here to insert title</a:t>
            </a:r>
          </a:p>
        </p:txBody>
      </p:sp>
      <p:sp>
        <p:nvSpPr>
          <p:cNvPr id="9" name="Content Placeholder 15">
            <a:extLst>
              <a:ext uri="{FF2B5EF4-FFF2-40B4-BE49-F238E27FC236}">
                <a16:creationId xmlns:a16="http://schemas.microsoft.com/office/drawing/2014/main" id="{761E740E-CE5D-3F96-EF1B-74C269D86486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499734" y="2138376"/>
            <a:ext cx="5269470" cy="3317700"/>
          </a:xfrm>
          <a:prstGeom prst="rect">
            <a:avLst/>
          </a:prstGeom>
        </p:spPr>
        <p:txBody>
          <a:bodyPr/>
          <a:lstStyle>
            <a:lvl1pPr>
              <a:lnSpc>
                <a:spcPct val="104000"/>
              </a:lnSpc>
              <a:defRPr sz="1401" b="0" i="0"/>
            </a:lvl1pPr>
          </a:lstStyle>
          <a:p>
            <a:endParaRPr lang="en-GB"/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6EE7FA59-16CE-C00E-EC88-A43E3E27FD7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99734" y="1408771"/>
            <a:ext cx="5269470" cy="564450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lnSpc>
                <a:spcPct val="104000"/>
              </a:lnSpc>
              <a:defRPr sz="1600" b="1" i="0"/>
            </a:lvl1pPr>
          </a:lstStyle>
          <a:p>
            <a:r>
              <a:rPr lang="en-GB"/>
              <a:t>Add heading (two lines max)</a:t>
            </a:r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D4650F6D-1E8E-4387-3E83-A43623850CE6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6422797" y="1408770"/>
            <a:ext cx="5269470" cy="4047306"/>
          </a:xfrm>
          <a:prstGeom prst="rect">
            <a:avLst/>
          </a:prstGeom>
        </p:spPr>
        <p:txBody>
          <a:bodyPr/>
          <a:lstStyle>
            <a:lvl1pPr>
              <a:defRPr sz="1401" b="0" i="0"/>
            </a:lvl1pPr>
          </a:lstStyle>
          <a:p>
            <a:endParaRPr lang="en-GB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7A7F04A8-0659-0BC0-1F60-0CA4207222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39733" y="5994450"/>
            <a:ext cx="10652533" cy="360000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defRPr sz="1100" b="0" i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</a:lstStyle>
          <a:p>
            <a:endParaRPr lang="en-GB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5112AB3F-B3C5-4D72-D499-17479169CD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99733" y="5994450"/>
            <a:ext cx="360000" cy="360000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defRPr sz="1200" b="1" i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</a:lstStyle>
          <a:p>
            <a:fld id="{E8F1A65C-595C-4736-BF40-F7D31E789466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641551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tab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FE7F2E16-67F1-F1D0-06B5-F587DD51CE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9735" y="538540"/>
            <a:ext cx="11192533" cy="383695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>
              <a:defRPr b="1" i="0"/>
            </a:lvl1pPr>
          </a:lstStyle>
          <a:p>
            <a:r>
              <a:rPr lang="en-GB"/>
              <a:t>Click here to insert title</a:t>
            </a:r>
          </a:p>
        </p:txBody>
      </p:sp>
      <p:sp>
        <p:nvSpPr>
          <p:cNvPr id="10" name="Content Placeholder 15">
            <a:extLst>
              <a:ext uri="{FF2B5EF4-FFF2-40B4-BE49-F238E27FC236}">
                <a16:creationId xmlns:a16="http://schemas.microsoft.com/office/drawing/2014/main" id="{56ECBFE5-B633-02D4-A1CC-32F1A77792C4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499734" y="2138376"/>
            <a:ext cx="2950476" cy="3317700"/>
          </a:xfrm>
          <a:prstGeom prst="rect">
            <a:avLst/>
          </a:prstGeom>
        </p:spPr>
        <p:txBody>
          <a:bodyPr/>
          <a:lstStyle>
            <a:lvl1pPr>
              <a:lnSpc>
                <a:spcPct val="104000"/>
              </a:lnSpc>
              <a:defRPr sz="1401" b="0" i="0"/>
            </a:lvl1pPr>
          </a:lstStyle>
          <a:p>
            <a:endParaRPr lang="en-GB"/>
          </a:p>
        </p:txBody>
      </p: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B3A3145E-319C-A021-10D8-F9A8ADC5ED1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99734" y="1408771"/>
            <a:ext cx="2950476" cy="564450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lnSpc>
                <a:spcPct val="104000"/>
              </a:lnSpc>
              <a:defRPr sz="1600" b="1" i="0"/>
            </a:lvl1pPr>
          </a:lstStyle>
          <a:p>
            <a:r>
              <a:rPr lang="en-GB"/>
              <a:t>Add heading (two lines max)</a:t>
            </a:r>
          </a:p>
        </p:txBody>
      </p:sp>
      <p:sp>
        <p:nvSpPr>
          <p:cNvPr id="15" name="Content Placeholder 15">
            <a:extLst>
              <a:ext uri="{FF2B5EF4-FFF2-40B4-BE49-F238E27FC236}">
                <a16:creationId xmlns:a16="http://schemas.microsoft.com/office/drawing/2014/main" id="{C6BED69E-9C6C-0FCA-B691-851E4ECE40E4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091235" y="1408770"/>
            <a:ext cx="7601035" cy="4047306"/>
          </a:xfrm>
          <a:prstGeom prst="rect">
            <a:avLst/>
          </a:prstGeom>
        </p:spPr>
        <p:txBody>
          <a:bodyPr/>
          <a:lstStyle>
            <a:lvl1pPr>
              <a:defRPr sz="1401" b="0" i="0"/>
            </a:lvl1pPr>
          </a:lstStyle>
          <a:p>
            <a:endParaRPr lang="en-GB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CC283C8-455F-B22C-BEA9-75516859695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39733" y="5994450"/>
            <a:ext cx="10652533" cy="360000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defRPr sz="1100" b="0" i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</a:lstStyle>
          <a:p>
            <a:endParaRPr lang="en-GB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10A80B36-076B-4AA7-3AB4-F70EB30729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99733" y="5994450"/>
            <a:ext cx="360000" cy="360000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defRPr sz="1200" b="1" i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</a:lstStyle>
          <a:p>
            <a:fld id="{E8F1A65C-595C-4736-BF40-F7D31E789466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432852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image or 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5">
            <a:extLst>
              <a:ext uri="{FF2B5EF4-FFF2-40B4-BE49-F238E27FC236}">
                <a16:creationId xmlns:a16="http://schemas.microsoft.com/office/drawing/2014/main" id="{8AAB078F-C61F-F400-75D1-C0E650759B7F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4000"/>
              </a:lnSpc>
              <a:defRPr sz="1401" b="0" i="0">
                <a:noFill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41614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text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1">
            <a:extLst>
              <a:ext uri="{FF2B5EF4-FFF2-40B4-BE49-F238E27FC236}">
                <a16:creationId xmlns:a16="http://schemas.microsoft.com/office/drawing/2014/main" id="{7D8562E8-8EE1-F707-0B55-391E672885F3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5981999" y="0"/>
            <a:ext cx="4554000" cy="6858000"/>
          </a:xfrm>
          <a:custGeom>
            <a:avLst/>
            <a:gdLst>
              <a:gd name="connsiteX0" fmla="*/ 0 w 3959504"/>
              <a:gd name="connsiteY0" fmla="*/ 0 h 6289040"/>
              <a:gd name="connsiteX1" fmla="*/ 3959504 w 3959504"/>
              <a:gd name="connsiteY1" fmla="*/ 0 h 6289040"/>
              <a:gd name="connsiteX2" fmla="*/ 3959504 w 3959504"/>
              <a:gd name="connsiteY2" fmla="*/ 6289040 h 6289040"/>
              <a:gd name="connsiteX3" fmla="*/ 0 w 3959504"/>
              <a:gd name="connsiteY3" fmla="*/ 6289040 h 6289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959504" h="6289040">
                <a:moveTo>
                  <a:pt x="0" y="0"/>
                </a:moveTo>
                <a:lnTo>
                  <a:pt x="3959504" y="0"/>
                </a:lnTo>
                <a:lnTo>
                  <a:pt x="3959504" y="6289040"/>
                </a:lnTo>
                <a:lnTo>
                  <a:pt x="0" y="6289040"/>
                </a:lnTo>
                <a:close/>
              </a:path>
            </a:pathLst>
          </a:custGeom>
        </p:spPr>
        <p:txBody>
          <a:bodyPr wrap="square" bIns="648000" anchor="ctr">
            <a:noAutofit/>
          </a:bodyPr>
          <a:lstStyle>
            <a:lvl1pPr algn="ctr">
              <a:defRPr sz="1200" b="0" i="0"/>
            </a:lvl1pPr>
          </a:lstStyle>
          <a:p>
            <a:r>
              <a:rPr lang="en-GB"/>
              <a:t>Click icon to insert image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ADBE6469-5230-F5E7-5350-4413AD46255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1040312" y="503550"/>
            <a:ext cx="651959" cy="93600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0FCAD50C-5473-7D00-E9F5-402EEA37672B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 rot="16200000">
            <a:off x="10397913" y="5057791"/>
            <a:ext cx="2047718" cy="540990"/>
          </a:xfrm>
          <a:prstGeom prst="rect">
            <a:avLst/>
          </a:prstGeom>
        </p:spPr>
      </p:pic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19888C3B-D4C0-FCF9-B65B-9548EC0BCB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9734" y="538540"/>
            <a:ext cx="4860002" cy="383695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>
              <a:defRPr b="1" i="0"/>
            </a:lvl1pPr>
          </a:lstStyle>
          <a:p>
            <a:r>
              <a:rPr lang="en-GB"/>
              <a:t>Click here to insert title</a:t>
            </a:r>
          </a:p>
        </p:txBody>
      </p:sp>
      <p:sp>
        <p:nvSpPr>
          <p:cNvPr id="12" name="Content Placeholder 15">
            <a:extLst>
              <a:ext uri="{FF2B5EF4-FFF2-40B4-BE49-F238E27FC236}">
                <a16:creationId xmlns:a16="http://schemas.microsoft.com/office/drawing/2014/main" id="{31283586-8F79-3E56-6709-FA9D1E6159B4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499734" y="2138376"/>
            <a:ext cx="4860002" cy="3317700"/>
          </a:xfrm>
          <a:prstGeom prst="rect">
            <a:avLst/>
          </a:prstGeom>
        </p:spPr>
        <p:txBody>
          <a:bodyPr/>
          <a:lstStyle>
            <a:lvl1pPr>
              <a:lnSpc>
                <a:spcPct val="104000"/>
              </a:lnSpc>
              <a:defRPr sz="1401" b="0" i="0"/>
            </a:lvl1pPr>
          </a:lstStyle>
          <a:p>
            <a:endParaRPr lang="en-GB"/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2D49DF9A-7E25-18BB-6501-FA58CEF9F92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99732" y="1408771"/>
            <a:ext cx="4860002" cy="564450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lnSpc>
                <a:spcPct val="104000"/>
              </a:lnSpc>
              <a:defRPr sz="1600" b="1" i="0"/>
            </a:lvl1pPr>
          </a:lstStyle>
          <a:p>
            <a:r>
              <a:rPr lang="en-GB"/>
              <a:t>Add heading (two lines max)</a:t>
            </a:r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101B4DAC-4FDE-E171-9C79-FF47ACD4B76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39733" y="5994450"/>
            <a:ext cx="4320000" cy="360000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defRPr sz="1100" b="0" i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</a:lstStyle>
          <a:p>
            <a:endParaRPr lang="en-GB"/>
          </a:p>
        </p:txBody>
      </p:sp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93C7CB9D-FF0F-140C-45B7-E43A53DB6C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99733" y="5994450"/>
            <a:ext cx="360000" cy="360000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defRPr sz="1200" b="1" i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</a:lstStyle>
          <a:p>
            <a:fld id="{E8F1A65C-595C-4736-BF40-F7D31E789466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313291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text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DF92AAE4-E1DF-DFF2-3A75-00998EF265C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9733" y="538540"/>
            <a:ext cx="4860000" cy="383695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>
              <a:defRPr b="1" i="0"/>
            </a:lvl1pPr>
          </a:lstStyle>
          <a:p>
            <a:r>
              <a:rPr lang="en-GB"/>
              <a:t>Click here to insert title</a:t>
            </a: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BA977D85-B4DF-47E5-6C71-68A171043B9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99733" y="1077065"/>
            <a:ext cx="4860000" cy="564450"/>
          </a:xfrm>
          <a:prstGeom prst="rect">
            <a:avLst/>
          </a:prstGeom>
        </p:spPr>
        <p:txBody>
          <a:bodyPr wrap="square">
            <a:noAutofit/>
          </a:bodyPr>
          <a:lstStyle>
            <a:lvl1pPr>
              <a:lnSpc>
                <a:spcPct val="104000"/>
              </a:lnSpc>
              <a:defRPr sz="1801" b="0" i="0"/>
            </a:lvl1pPr>
          </a:lstStyle>
          <a:p>
            <a:pPr marL="0" marR="0" lvl="0" indent="0" algn="l" defTabSz="914431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Add subheading</a:t>
            </a:r>
          </a:p>
        </p:txBody>
      </p:sp>
      <p:sp>
        <p:nvSpPr>
          <p:cNvPr id="12" name="Content Placeholder 15">
            <a:extLst>
              <a:ext uri="{FF2B5EF4-FFF2-40B4-BE49-F238E27FC236}">
                <a16:creationId xmlns:a16="http://schemas.microsoft.com/office/drawing/2014/main" id="{AA1373D1-1158-3D20-DC3D-0FA72752B9E2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499733" y="1888476"/>
            <a:ext cx="4860000" cy="3567600"/>
          </a:xfrm>
          <a:prstGeom prst="rect">
            <a:avLst/>
          </a:prstGeom>
        </p:spPr>
        <p:txBody>
          <a:bodyPr/>
          <a:lstStyle>
            <a:lvl1pPr>
              <a:lnSpc>
                <a:spcPct val="104000"/>
              </a:lnSpc>
              <a:defRPr sz="1401" b="0" i="0"/>
            </a:lvl1pPr>
          </a:lstStyle>
          <a:p>
            <a:endParaRPr lang="en-GB"/>
          </a:p>
        </p:txBody>
      </p:sp>
      <p:sp>
        <p:nvSpPr>
          <p:cNvPr id="13" name="Picture Placeholder 11">
            <a:extLst>
              <a:ext uri="{FF2B5EF4-FFF2-40B4-BE49-F238E27FC236}">
                <a16:creationId xmlns:a16="http://schemas.microsoft.com/office/drawing/2014/main" id="{E908BB2D-E9C9-5813-EBA4-18F79E8EB064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5981999" y="0"/>
            <a:ext cx="4554000" cy="6858000"/>
          </a:xfrm>
          <a:custGeom>
            <a:avLst/>
            <a:gdLst>
              <a:gd name="connsiteX0" fmla="*/ 0 w 3959504"/>
              <a:gd name="connsiteY0" fmla="*/ 0 h 6289040"/>
              <a:gd name="connsiteX1" fmla="*/ 3959504 w 3959504"/>
              <a:gd name="connsiteY1" fmla="*/ 0 h 6289040"/>
              <a:gd name="connsiteX2" fmla="*/ 3959504 w 3959504"/>
              <a:gd name="connsiteY2" fmla="*/ 6289040 h 6289040"/>
              <a:gd name="connsiteX3" fmla="*/ 0 w 3959504"/>
              <a:gd name="connsiteY3" fmla="*/ 6289040 h 6289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959504" h="6289040">
                <a:moveTo>
                  <a:pt x="0" y="0"/>
                </a:moveTo>
                <a:lnTo>
                  <a:pt x="3959504" y="0"/>
                </a:lnTo>
                <a:lnTo>
                  <a:pt x="3959504" y="6289040"/>
                </a:lnTo>
                <a:lnTo>
                  <a:pt x="0" y="6289040"/>
                </a:lnTo>
                <a:close/>
              </a:path>
            </a:pathLst>
          </a:custGeom>
        </p:spPr>
        <p:txBody>
          <a:bodyPr wrap="square" bIns="648000" anchor="ctr">
            <a:noAutofit/>
          </a:bodyPr>
          <a:lstStyle>
            <a:lvl1pPr algn="ctr">
              <a:defRPr sz="1200" b="0" i="0"/>
            </a:lvl1pPr>
          </a:lstStyle>
          <a:p>
            <a:r>
              <a:rPr lang="en-GB"/>
              <a:t>Click icon to insert image</a:t>
            </a: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62E33571-634F-C20F-9F05-D717F78D32B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1040312" y="503550"/>
            <a:ext cx="651959" cy="936000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5511362B-B5AD-3EE7-533E-A4F1F576E26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 rot="16200000">
            <a:off x="10397913" y="5057791"/>
            <a:ext cx="2047718" cy="540990"/>
          </a:xfrm>
          <a:prstGeom prst="rect">
            <a:avLst/>
          </a:prstGeom>
        </p:spPr>
      </p:pic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77B9D4EA-0328-4677-CC9B-EAD14819EB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39733" y="5994450"/>
            <a:ext cx="4320000" cy="360000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defRPr sz="1100" b="0" i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</a:lstStyle>
          <a:p>
            <a:endParaRPr lang="en-GB"/>
          </a:p>
        </p:txBody>
      </p:sp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26430A9F-7417-2F65-0374-C906EBF00F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99733" y="5994450"/>
            <a:ext cx="360000" cy="360000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defRPr sz="1200" b="1" i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</a:lstStyle>
          <a:p>
            <a:fld id="{E8F1A65C-595C-4736-BF40-F7D31E789466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760639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image and text slide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652A05B-734C-023B-C15D-942D9867BA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9734" y="538540"/>
            <a:ext cx="4860002" cy="383695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>
              <a:defRPr b="1" i="0"/>
            </a:lvl1pPr>
          </a:lstStyle>
          <a:p>
            <a:r>
              <a:rPr lang="en-GB"/>
              <a:t>Click here to insert title</a:t>
            </a:r>
          </a:p>
        </p:txBody>
      </p:sp>
      <p:sp>
        <p:nvSpPr>
          <p:cNvPr id="7" name="Content Placeholder 15">
            <a:extLst>
              <a:ext uri="{FF2B5EF4-FFF2-40B4-BE49-F238E27FC236}">
                <a16:creationId xmlns:a16="http://schemas.microsoft.com/office/drawing/2014/main" id="{67BD0C26-0FB8-E001-81BA-5EA844A0C914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499734" y="2138376"/>
            <a:ext cx="4860002" cy="3317700"/>
          </a:xfrm>
          <a:prstGeom prst="rect">
            <a:avLst/>
          </a:prstGeom>
        </p:spPr>
        <p:txBody>
          <a:bodyPr/>
          <a:lstStyle>
            <a:lvl1pPr>
              <a:lnSpc>
                <a:spcPct val="104000"/>
              </a:lnSpc>
              <a:defRPr sz="1401" b="0" i="0"/>
            </a:lvl1pPr>
          </a:lstStyle>
          <a:p>
            <a:endParaRPr lang="en-GB"/>
          </a:p>
        </p:txBody>
      </p:sp>
      <p:sp>
        <p:nvSpPr>
          <p:cNvPr id="8" name="Text Placeholder 13">
            <a:extLst>
              <a:ext uri="{FF2B5EF4-FFF2-40B4-BE49-F238E27FC236}">
                <a16:creationId xmlns:a16="http://schemas.microsoft.com/office/drawing/2014/main" id="{548710A7-36AA-7701-8CF8-E2BC3CD3543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99732" y="1408771"/>
            <a:ext cx="4860002" cy="564450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lnSpc>
                <a:spcPct val="104000"/>
              </a:lnSpc>
              <a:defRPr sz="1600" b="1" i="0"/>
            </a:lvl1pPr>
          </a:lstStyle>
          <a:p>
            <a:r>
              <a:rPr lang="en-GB"/>
              <a:t>Add heading (two lines max)</a:t>
            </a:r>
          </a:p>
        </p:txBody>
      </p:sp>
      <p:sp>
        <p:nvSpPr>
          <p:cNvPr id="9" name="Picture Placeholder 11">
            <a:extLst>
              <a:ext uri="{FF2B5EF4-FFF2-40B4-BE49-F238E27FC236}">
                <a16:creationId xmlns:a16="http://schemas.microsoft.com/office/drawing/2014/main" id="{A79BFDA6-F32E-B996-4892-27B8AF51E8DB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9144000" y="0"/>
            <a:ext cx="2548267" cy="6858000"/>
          </a:xfrm>
          <a:custGeom>
            <a:avLst/>
            <a:gdLst>
              <a:gd name="connsiteX0" fmla="*/ 0 w 3959504"/>
              <a:gd name="connsiteY0" fmla="*/ 0 h 6289040"/>
              <a:gd name="connsiteX1" fmla="*/ 3959504 w 3959504"/>
              <a:gd name="connsiteY1" fmla="*/ 0 h 6289040"/>
              <a:gd name="connsiteX2" fmla="*/ 3959504 w 3959504"/>
              <a:gd name="connsiteY2" fmla="*/ 6289040 h 6289040"/>
              <a:gd name="connsiteX3" fmla="*/ 0 w 3959504"/>
              <a:gd name="connsiteY3" fmla="*/ 6289040 h 6289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959504" h="6289040">
                <a:moveTo>
                  <a:pt x="0" y="0"/>
                </a:moveTo>
                <a:lnTo>
                  <a:pt x="3959504" y="0"/>
                </a:lnTo>
                <a:lnTo>
                  <a:pt x="3959504" y="6289040"/>
                </a:lnTo>
                <a:lnTo>
                  <a:pt x="0" y="6289040"/>
                </a:lnTo>
                <a:close/>
              </a:path>
            </a:pathLst>
          </a:custGeom>
        </p:spPr>
        <p:txBody>
          <a:bodyPr wrap="square" bIns="648000" anchor="ctr">
            <a:noAutofit/>
          </a:bodyPr>
          <a:lstStyle>
            <a:lvl1pPr algn="ctr">
              <a:defRPr sz="1200" b="0" i="0"/>
            </a:lvl1pPr>
          </a:lstStyle>
          <a:p>
            <a:r>
              <a:rPr lang="en-GB"/>
              <a:t>Click icon to insert image</a:t>
            </a:r>
          </a:p>
        </p:txBody>
      </p:sp>
      <p:sp>
        <p:nvSpPr>
          <p:cNvPr id="10" name="Picture Placeholder 11">
            <a:extLst>
              <a:ext uri="{FF2B5EF4-FFF2-40B4-BE49-F238E27FC236}">
                <a16:creationId xmlns:a16="http://schemas.microsoft.com/office/drawing/2014/main" id="{4D64FC78-7634-6352-7B43-68A85F785653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5986021" y="1895902"/>
            <a:ext cx="3157977" cy="4962099"/>
          </a:xfrm>
          <a:custGeom>
            <a:avLst/>
            <a:gdLst>
              <a:gd name="connsiteX0" fmla="*/ 0 w 3959504"/>
              <a:gd name="connsiteY0" fmla="*/ 0 h 6289040"/>
              <a:gd name="connsiteX1" fmla="*/ 3959504 w 3959504"/>
              <a:gd name="connsiteY1" fmla="*/ 0 h 6289040"/>
              <a:gd name="connsiteX2" fmla="*/ 3959504 w 3959504"/>
              <a:gd name="connsiteY2" fmla="*/ 6289040 h 6289040"/>
              <a:gd name="connsiteX3" fmla="*/ 0 w 3959504"/>
              <a:gd name="connsiteY3" fmla="*/ 6289040 h 6289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959504" h="6289040">
                <a:moveTo>
                  <a:pt x="0" y="0"/>
                </a:moveTo>
                <a:lnTo>
                  <a:pt x="3959504" y="0"/>
                </a:lnTo>
                <a:lnTo>
                  <a:pt x="3959504" y="6289040"/>
                </a:lnTo>
                <a:lnTo>
                  <a:pt x="0" y="6289040"/>
                </a:lnTo>
                <a:close/>
              </a:path>
            </a:pathLst>
          </a:custGeom>
        </p:spPr>
        <p:txBody>
          <a:bodyPr wrap="square" bIns="648000" anchor="ctr">
            <a:noAutofit/>
          </a:bodyPr>
          <a:lstStyle>
            <a:lvl1pPr algn="ctr">
              <a:defRPr sz="1200" b="0" i="0"/>
            </a:lvl1pPr>
          </a:lstStyle>
          <a:p>
            <a:r>
              <a:rPr lang="en-GB"/>
              <a:t>Click icon to insert image</a:t>
            </a:r>
          </a:p>
        </p:txBody>
      </p:sp>
      <p:sp>
        <p:nvSpPr>
          <p:cNvPr id="3" name="Picture Placeholder 11">
            <a:extLst>
              <a:ext uri="{FF2B5EF4-FFF2-40B4-BE49-F238E27FC236}">
                <a16:creationId xmlns:a16="http://schemas.microsoft.com/office/drawing/2014/main" id="{2AD944FB-0179-DD12-A466-F07875F378A2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5986016" y="0"/>
            <a:ext cx="3157977" cy="1897200"/>
          </a:xfrm>
          <a:custGeom>
            <a:avLst/>
            <a:gdLst>
              <a:gd name="connsiteX0" fmla="*/ 0 w 3959504"/>
              <a:gd name="connsiteY0" fmla="*/ 0 h 6289040"/>
              <a:gd name="connsiteX1" fmla="*/ 3959504 w 3959504"/>
              <a:gd name="connsiteY1" fmla="*/ 0 h 6289040"/>
              <a:gd name="connsiteX2" fmla="*/ 3959504 w 3959504"/>
              <a:gd name="connsiteY2" fmla="*/ 6289040 h 6289040"/>
              <a:gd name="connsiteX3" fmla="*/ 0 w 3959504"/>
              <a:gd name="connsiteY3" fmla="*/ 6289040 h 6289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959504" h="6289040">
                <a:moveTo>
                  <a:pt x="0" y="0"/>
                </a:moveTo>
                <a:lnTo>
                  <a:pt x="3959504" y="0"/>
                </a:lnTo>
                <a:lnTo>
                  <a:pt x="3959504" y="6289040"/>
                </a:lnTo>
                <a:lnTo>
                  <a:pt x="0" y="6289040"/>
                </a:lnTo>
                <a:close/>
              </a:path>
            </a:pathLst>
          </a:custGeom>
        </p:spPr>
        <p:txBody>
          <a:bodyPr wrap="square" bIns="648000" anchor="ctr">
            <a:noAutofit/>
          </a:bodyPr>
          <a:lstStyle>
            <a:lvl1pPr algn="ctr">
              <a:defRPr sz="1200" b="0" i="0"/>
            </a:lvl1pPr>
          </a:lstStyle>
          <a:p>
            <a:r>
              <a:rPr lang="en-GB"/>
              <a:t>Click icon to insert image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B9A33BE5-B184-D376-8DF7-2B1964933F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39733" y="5994450"/>
            <a:ext cx="4320000" cy="360000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defRPr sz="1100" b="0" i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</a:lstStyle>
          <a:p>
            <a:endParaRPr lang="en-GB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DF793601-8B4C-CFE5-553C-99E510782D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99733" y="5994450"/>
            <a:ext cx="360000" cy="360000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defRPr sz="1200" b="1" i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</a:lstStyle>
          <a:p>
            <a:fld id="{E8F1A65C-595C-4736-BF40-F7D31E789466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309641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image and text slide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11">
            <a:extLst>
              <a:ext uri="{FF2B5EF4-FFF2-40B4-BE49-F238E27FC236}">
                <a16:creationId xmlns:a16="http://schemas.microsoft.com/office/drawing/2014/main" id="{6219DC3A-1FF1-7859-D599-6F9DCD54E592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9144000" y="0"/>
            <a:ext cx="2548267" cy="6858000"/>
          </a:xfrm>
          <a:custGeom>
            <a:avLst/>
            <a:gdLst>
              <a:gd name="connsiteX0" fmla="*/ 0 w 3959504"/>
              <a:gd name="connsiteY0" fmla="*/ 0 h 6289040"/>
              <a:gd name="connsiteX1" fmla="*/ 3959504 w 3959504"/>
              <a:gd name="connsiteY1" fmla="*/ 0 h 6289040"/>
              <a:gd name="connsiteX2" fmla="*/ 3959504 w 3959504"/>
              <a:gd name="connsiteY2" fmla="*/ 6289040 h 6289040"/>
              <a:gd name="connsiteX3" fmla="*/ 0 w 3959504"/>
              <a:gd name="connsiteY3" fmla="*/ 6289040 h 6289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959504" h="6289040">
                <a:moveTo>
                  <a:pt x="0" y="0"/>
                </a:moveTo>
                <a:lnTo>
                  <a:pt x="3959504" y="0"/>
                </a:lnTo>
                <a:lnTo>
                  <a:pt x="3959504" y="6289040"/>
                </a:lnTo>
                <a:lnTo>
                  <a:pt x="0" y="6289040"/>
                </a:lnTo>
                <a:close/>
              </a:path>
            </a:pathLst>
          </a:custGeom>
        </p:spPr>
        <p:txBody>
          <a:bodyPr wrap="square" bIns="648000" anchor="ctr">
            <a:noAutofit/>
          </a:bodyPr>
          <a:lstStyle>
            <a:lvl1pPr algn="ctr">
              <a:defRPr sz="1200" b="0" i="0"/>
            </a:lvl1pPr>
          </a:lstStyle>
          <a:p>
            <a:r>
              <a:rPr lang="en-GB"/>
              <a:t>Click icon to insert image</a:t>
            </a:r>
          </a:p>
        </p:txBody>
      </p:sp>
      <p:sp>
        <p:nvSpPr>
          <p:cNvPr id="23" name="Picture Placeholder 11">
            <a:extLst>
              <a:ext uri="{FF2B5EF4-FFF2-40B4-BE49-F238E27FC236}">
                <a16:creationId xmlns:a16="http://schemas.microsoft.com/office/drawing/2014/main" id="{34A33B83-0498-6D8B-C355-16BE0BBD49C8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5986021" y="1895902"/>
            <a:ext cx="3157977" cy="4962099"/>
          </a:xfrm>
          <a:custGeom>
            <a:avLst/>
            <a:gdLst>
              <a:gd name="connsiteX0" fmla="*/ 0 w 3959504"/>
              <a:gd name="connsiteY0" fmla="*/ 0 h 6289040"/>
              <a:gd name="connsiteX1" fmla="*/ 3959504 w 3959504"/>
              <a:gd name="connsiteY1" fmla="*/ 0 h 6289040"/>
              <a:gd name="connsiteX2" fmla="*/ 3959504 w 3959504"/>
              <a:gd name="connsiteY2" fmla="*/ 6289040 h 6289040"/>
              <a:gd name="connsiteX3" fmla="*/ 0 w 3959504"/>
              <a:gd name="connsiteY3" fmla="*/ 6289040 h 6289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959504" h="6289040">
                <a:moveTo>
                  <a:pt x="0" y="0"/>
                </a:moveTo>
                <a:lnTo>
                  <a:pt x="3959504" y="0"/>
                </a:lnTo>
                <a:lnTo>
                  <a:pt x="3959504" y="6289040"/>
                </a:lnTo>
                <a:lnTo>
                  <a:pt x="0" y="6289040"/>
                </a:lnTo>
                <a:close/>
              </a:path>
            </a:pathLst>
          </a:custGeom>
        </p:spPr>
        <p:txBody>
          <a:bodyPr wrap="square" bIns="648000" anchor="ctr">
            <a:noAutofit/>
          </a:bodyPr>
          <a:lstStyle>
            <a:lvl1pPr algn="ctr">
              <a:defRPr sz="1200" b="0" i="0"/>
            </a:lvl1pPr>
          </a:lstStyle>
          <a:p>
            <a:r>
              <a:rPr lang="en-GB"/>
              <a:t>Click icon to insert image</a:t>
            </a:r>
          </a:p>
        </p:txBody>
      </p:sp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D7993DE8-5ABE-40D9-B897-DAF1B33287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9733" y="538540"/>
            <a:ext cx="4860000" cy="383695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>
              <a:defRPr b="1" i="0"/>
            </a:lvl1pPr>
          </a:lstStyle>
          <a:p>
            <a:r>
              <a:rPr lang="en-GB"/>
              <a:t>Click here to insert title</a:t>
            </a:r>
          </a:p>
        </p:txBody>
      </p: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1F382238-B715-064C-9E79-D94A425E35B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99733" y="1077065"/>
            <a:ext cx="4860000" cy="564450"/>
          </a:xfrm>
          <a:prstGeom prst="rect">
            <a:avLst/>
          </a:prstGeom>
        </p:spPr>
        <p:txBody>
          <a:bodyPr wrap="square">
            <a:noAutofit/>
          </a:bodyPr>
          <a:lstStyle>
            <a:lvl1pPr>
              <a:lnSpc>
                <a:spcPct val="104000"/>
              </a:lnSpc>
              <a:defRPr sz="1801" b="0" i="0"/>
            </a:lvl1pPr>
          </a:lstStyle>
          <a:p>
            <a:pPr marL="0" marR="0" lvl="0" indent="0" algn="l" defTabSz="914431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Add subheading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78D2F36A-F968-C38D-8923-0F341E76FA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9733" y="1888476"/>
            <a:ext cx="4860000" cy="35676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1600" b="0" i="0"/>
            </a:lvl1pPr>
          </a:lstStyle>
          <a:p>
            <a:pPr lvl="0"/>
            <a:endParaRPr lang="en-GB"/>
          </a:p>
        </p:txBody>
      </p:sp>
      <p:sp>
        <p:nvSpPr>
          <p:cNvPr id="2" name="Picture Placeholder 11">
            <a:extLst>
              <a:ext uri="{FF2B5EF4-FFF2-40B4-BE49-F238E27FC236}">
                <a16:creationId xmlns:a16="http://schemas.microsoft.com/office/drawing/2014/main" id="{EE8C31F9-4188-ABD5-E59C-BFECC762CDEB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5986016" y="0"/>
            <a:ext cx="3157977" cy="1897200"/>
          </a:xfrm>
          <a:custGeom>
            <a:avLst/>
            <a:gdLst>
              <a:gd name="connsiteX0" fmla="*/ 0 w 3959504"/>
              <a:gd name="connsiteY0" fmla="*/ 0 h 6289040"/>
              <a:gd name="connsiteX1" fmla="*/ 3959504 w 3959504"/>
              <a:gd name="connsiteY1" fmla="*/ 0 h 6289040"/>
              <a:gd name="connsiteX2" fmla="*/ 3959504 w 3959504"/>
              <a:gd name="connsiteY2" fmla="*/ 6289040 h 6289040"/>
              <a:gd name="connsiteX3" fmla="*/ 0 w 3959504"/>
              <a:gd name="connsiteY3" fmla="*/ 6289040 h 6289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959504" h="6289040">
                <a:moveTo>
                  <a:pt x="0" y="0"/>
                </a:moveTo>
                <a:lnTo>
                  <a:pt x="3959504" y="0"/>
                </a:lnTo>
                <a:lnTo>
                  <a:pt x="3959504" y="6289040"/>
                </a:lnTo>
                <a:lnTo>
                  <a:pt x="0" y="6289040"/>
                </a:lnTo>
                <a:close/>
              </a:path>
            </a:pathLst>
          </a:custGeom>
        </p:spPr>
        <p:txBody>
          <a:bodyPr wrap="square" bIns="648000" anchor="ctr">
            <a:noAutofit/>
          </a:bodyPr>
          <a:lstStyle>
            <a:lvl1pPr algn="ctr">
              <a:defRPr sz="1200" b="0" i="0"/>
            </a:lvl1pPr>
          </a:lstStyle>
          <a:p>
            <a:r>
              <a:rPr lang="en-GB"/>
              <a:t>Click icon to insert image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D199E5-97A7-BECE-B5FB-AA0E589FBF3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39733" y="5994450"/>
            <a:ext cx="4320000" cy="360000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defRPr sz="1100" b="0" i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0623F9-0289-6176-39D6-A10C7311DA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99733" y="5994450"/>
            <a:ext cx="360000" cy="360000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defRPr sz="1200" b="1" i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</a:lstStyle>
          <a:p>
            <a:fld id="{E8F1A65C-595C-4736-BF40-F7D31E789466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679775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or quot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1">
            <a:extLst>
              <a:ext uri="{FF2B5EF4-FFF2-40B4-BE49-F238E27FC236}">
                <a16:creationId xmlns:a16="http://schemas.microsoft.com/office/drawing/2014/main" id="{06DF862D-15E0-ACDB-80CE-697EB1AC1C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9733" y="2539978"/>
            <a:ext cx="4860000" cy="2235622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>
              <a:defRPr sz="2400" b="0" i="0"/>
            </a:lvl1pPr>
          </a:lstStyle>
          <a:p>
            <a:r>
              <a:rPr lang="en-GB"/>
              <a:t>Add quote</a:t>
            </a:r>
          </a:p>
        </p:txBody>
      </p:sp>
      <p:sp>
        <p:nvSpPr>
          <p:cNvPr id="23" name="Text Placeholder 12">
            <a:extLst>
              <a:ext uri="{FF2B5EF4-FFF2-40B4-BE49-F238E27FC236}">
                <a16:creationId xmlns:a16="http://schemas.microsoft.com/office/drawing/2014/main" id="{A9898A81-6C3F-17C9-B449-3FE9B4C929F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99736" y="4866805"/>
            <a:ext cx="4859998" cy="501740"/>
          </a:xfrm>
          <a:prstGeom prst="rect">
            <a:avLst/>
          </a:prstGeom>
        </p:spPr>
        <p:txBody>
          <a:bodyPr wrap="square">
            <a:noAutofit/>
          </a:bodyPr>
          <a:lstStyle>
            <a:lvl1pPr>
              <a:defRPr sz="1200" b="0" i="0"/>
            </a:lvl1pPr>
          </a:lstStyle>
          <a:p>
            <a:pPr marL="0" marR="0" lvl="0" indent="0" algn="l" defTabSz="914431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Add source</a:t>
            </a:r>
          </a:p>
        </p:txBody>
      </p:sp>
      <p:sp>
        <p:nvSpPr>
          <p:cNvPr id="24" name="Picture Placeholder 11">
            <a:extLst>
              <a:ext uri="{FF2B5EF4-FFF2-40B4-BE49-F238E27FC236}">
                <a16:creationId xmlns:a16="http://schemas.microsoft.com/office/drawing/2014/main" id="{1E8A19FE-64F8-6DAE-5D3D-84BA47F15825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5986024" y="-1"/>
            <a:ext cx="4549979" cy="5368546"/>
          </a:xfrm>
          <a:custGeom>
            <a:avLst/>
            <a:gdLst>
              <a:gd name="connsiteX0" fmla="*/ 0 w 3959504"/>
              <a:gd name="connsiteY0" fmla="*/ 0 h 6289040"/>
              <a:gd name="connsiteX1" fmla="*/ 3959504 w 3959504"/>
              <a:gd name="connsiteY1" fmla="*/ 0 h 6289040"/>
              <a:gd name="connsiteX2" fmla="*/ 3959504 w 3959504"/>
              <a:gd name="connsiteY2" fmla="*/ 6289040 h 6289040"/>
              <a:gd name="connsiteX3" fmla="*/ 0 w 3959504"/>
              <a:gd name="connsiteY3" fmla="*/ 6289040 h 6289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959504" h="6289040">
                <a:moveTo>
                  <a:pt x="0" y="0"/>
                </a:moveTo>
                <a:lnTo>
                  <a:pt x="3959504" y="0"/>
                </a:lnTo>
                <a:lnTo>
                  <a:pt x="3959504" y="6289040"/>
                </a:lnTo>
                <a:lnTo>
                  <a:pt x="0" y="6289040"/>
                </a:lnTo>
                <a:close/>
              </a:path>
            </a:pathLst>
          </a:custGeom>
        </p:spPr>
        <p:txBody>
          <a:bodyPr wrap="square" bIns="648000" anchor="ctr">
            <a:noAutofit/>
          </a:bodyPr>
          <a:lstStyle>
            <a:lvl1pPr algn="ctr">
              <a:defRPr sz="1200" b="0" i="0"/>
            </a:lvl1pPr>
          </a:lstStyle>
          <a:p>
            <a:r>
              <a:rPr lang="en-GB"/>
              <a:t>Click icon to insert image</a:t>
            </a:r>
          </a:p>
        </p:txBody>
      </p:sp>
      <p:sp>
        <p:nvSpPr>
          <p:cNvPr id="25" name="Picture Placeholder 11">
            <a:extLst>
              <a:ext uri="{FF2B5EF4-FFF2-40B4-BE49-F238E27FC236}">
                <a16:creationId xmlns:a16="http://schemas.microsoft.com/office/drawing/2014/main" id="{2630A848-805F-B52C-DAB6-56E569C2CAE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0536000" y="1897276"/>
            <a:ext cx="1656000" cy="4978653"/>
          </a:xfrm>
          <a:custGeom>
            <a:avLst/>
            <a:gdLst>
              <a:gd name="connsiteX0" fmla="*/ 0 w 3959504"/>
              <a:gd name="connsiteY0" fmla="*/ 0 h 6289040"/>
              <a:gd name="connsiteX1" fmla="*/ 3959504 w 3959504"/>
              <a:gd name="connsiteY1" fmla="*/ 0 h 6289040"/>
              <a:gd name="connsiteX2" fmla="*/ 3959504 w 3959504"/>
              <a:gd name="connsiteY2" fmla="*/ 6289040 h 6289040"/>
              <a:gd name="connsiteX3" fmla="*/ 0 w 3959504"/>
              <a:gd name="connsiteY3" fmla="*/ 6289040 h 6289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959504" h="6289040">
                <a:moveTo>
                  <a:pt x="0" y="0"/>
                </a:moveTo>
                <a:lnTo>
                  <a:pt x="3959504" y="0"/>
                </a:lnTo>
                <a:lnTo>
                  <a:pt x="3959504" y="6289040"/>
                </a:lnTo>
                <a:lnTo>
                  <a:pt x="0" y="6289040"/>
                </a:lnTo>
                <a:close/>
              </a:path>
            </a:pathLst>
          </a:custGeom>
        </p:spPr>
        <p:txBody>
          <a:bodyPr wrap="square" bIns="648000" anchor="ctr">
            <a:noAutofit/>
          </a:bodyPr>
          <a:lstStyle>
            <a:lvl1pPr algn="ctr">
              <a:defRPr sz="1200" b="0" i="0"/>
            </a:lvl1pPr>
          </a:lstStyle>
          <a:p>
            <a:r>
              <a:rPr lang="en-GB"/>
              <a:t>Click icon to insert image</a:t>
            </a:r>
          </a:p>
        </p:txBody>
      </p:sp>
      <p:sp>
        <p:nvSpPr>
          <p:cNvPr id="26" name="Title Placeholder 1">
            <a:extLst>
              <a:ext uri="{FF2B5EF4-FFF2-40B4-BE49-F238E27FC236}">
                <a16:creationId xmlns:a16="http://schemas.microsoft.com/office/drawing/2014/main" id="{A522FB30-D98F-CA6D-A898-E533909FFF18}"/>
              </a:ext>
            </a:extLst>
          </p:cNvPr>
          <p:cNvSpPr txBox="1">
            <a:spLocks/>
          </p:cNvSpPr>
          <p:nvPr userDrawn="1"/>
        </p:nvSpPr>
        <p:spPr>
          <a:xfrm>
            <a:off x="448799" y="1882098"/>
            <a:ext cx="562654" cy="1221488"/>
          </a:xfrm>
          <a:prstGeom prst="rect">
            <a:avLst/>
          </a:prstGeom>
        </p:spPr>
        <p:txBody>
          <a:bodyPr vert="horz" wrap="none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78000"/>
              </a:lnSpc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latin typeface="Neue Haas Grotesk Text Pro" panose="020B0504020202020204" pitchFamily="34" charset="77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GB" sz="10000" b="0" i="0">
                <a:latin typeface="Aptos" panose="020B0004020202020204" pitchFamily="34" charset="0"/>
              </a:rPr>
              <a:t>“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F15CC809-C0C6-1AEE-518D-145A35C3DF6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1039980" y="503550"/>
            <a:ext cx="651959" cy="936000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2C4C8669-4406-D169-EC0D-D6A27A2F23C3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502042" y="685869"/>
            <a:ext cx="2047717" cy="540991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E0C231-FE73-E51A-3F12-69B193BBFE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39733" y="5994450"/>
            <a:ext cx="4320000" cy="360000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defRPr sz="1100" b="0" i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</a:lstStyle>
          <a:p>
            <a:endParaRPr lang="en-GB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1DCE1066-E500-2767-8998-5A150A7EC3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99733" y="5994450"/>
            <a:ext cx="360000" cy="360000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defRPr sz="1200" b="1" i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</a:lstStyle>
          <a:p>
            <a:fld id="{E8F1A65C-595C-4736-BF40-F7D31E789466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861135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rtner Logo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Placeholder 1">
            <a:extLst>
              <a:ext uri="{FF2B5EF4-FFF2-40B4-BE49-F238E27FC236}">
                <a16:creationId xmlns:a16="http://schemas.microsoft.com/office/drawing/2014/main" id="{02E7F36C-378D-28CD-894C-549E0127F78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9733" y="538540"/>
            <a:ext cx="10036267" cy="383695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>
              <a:defRPr b="1" i="0"/>
            </a:lvl1pPr>
          </a:lstStyle>
          <a:p>
            <a:r>
              <a:rPr lang="en-GB"/>
              <a:t>Click here to insert title</a:t>
            </a:r>
          </a:p>
        </p:txBody>
      </p:sp>
      <p:sp>
        <p:nvSpPr>
          <p:cNvPr id="20" name="Content Placeholder 15">
            <a:extLst>
              <a:ext uri="{FF2B5EF4-FFF2-40B4-BE49-F238E27FC236}">
                <a16:creationId xmlns:a16="http://schemas.microsoft.com/office/drawing/2014/main" id="{E725A32E-8D8E-B948-82F0-8289130EB220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499733" y="1077066"/>
            <a:ext cx="10036267" cy="4379011"/>
          </a:xfrm>
          <a:prstGeom prst="rect">
            <a:avLst/>
          </a:prstGeom>
        </p:spPr>
        <p:txBody>
          <a:bodyPr/>
          <a:lstStyle>
            <a:lvl1pPr>
              <a:lnSpc>
                <a:spcPct val="104000"/>
              </a:lnSpc>
              <a:defRPr sz="1401" b="0" i="0"/>
            </a:lvl1pPr>
          </a:lstStyle>
          <a:p>
            <a:endParaRPr lang="en-GB"/>
          </a:p>
        </p:txBody>
      </p:sp>
      <p:pic>
        <p:nvPicPr>
          <p:cNvPr id="22" name="Graphic 21">
            <a:extLst>
              <a:ext uri="{FF2B5EF4-FFF2-40B4-BE49-F238E27FC236}">
                <a16:creationId xmlns:a16="http://schemas.microsoft.com/office/drawing/2014/main" id="{8C1D5C26-8787-7A59-105B-0F375A09A3E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1039980" y="503550"/>
            <a:ext cx="651959" cy="936000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6D03EE39-10B2-73D2-1393-27923655DBD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502042" y="5813461"/>
            <a:ext cx="2047717" cy="540991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8D327CD-3202-365A-43EA-E7A1F8E96B36}"/>
              </a:ext>
            </a:extLst>
          </p:cNvPr>
          <p:cNvCxnSpPr>
            <a:cxnSpLocks/>
          </p:cNvCxnSpPr>
          <p:nvPr userDrawn="1"/>
        </p:nvCxnSpPr>
        <p:spPr>
          <a:xfrm>
            <a:off x="2749388" y="5814450"/>
            <a:ext cx="0" cy="54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Picture Placeholder 11">
            <a:extLst>
              <a:ext uri="{FF2B5EF4-FFF2-40B4-BE49-F238E27FC236}">
                <a16:creationId xmlns:a16="http://schemas.microsoft.com/office/drawing/2014/main" id="{D08E20F9-2E66-AE56-346F-E4B145573C26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2949023" y="5813460"/>
            <a:ext cx="1330540" cy="540000"/>
          </a:xfrm>
          <a:custGeom>
            <a:avLst/>
            <a:gdLst>
              <a:gd name="connsiteX0" fmla="*/ 0 w 3959504"/>
              <a:gd name="connsiteY0" fmla="*/ 0 h 6289040"/>
              <a:gd name="connsiteX1" fmla="*/ 3959504 w 3959504"/>
              <a:gd name="connsiteY1" fmla="*/ 0 h 6289040"/>
              <a:gd name="connsiteX2" fmla="*/ 3959504 w 3959504"/>
              <a:gd name="connsiteY2" fmla="*/ 6289040 h 6289040"/>
              <a:gd name="connsiteX3" fmla="*/ 0 w 3959504"/>
              <a:gd name="connsiteY3" fmla="*/ 6289040 h 6289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959504" h="6289040">
                <a:moveTo>
                  <a:pt x="0" y="0"/>
                </a:moveTo>
                <a:lnTo>
                  <a:pt x="3959504" y="0"/>
                </a:lnTo>
                <a:lnTo>
                  <a:pt x="3959504" y="6289040"/>
                </a:lnTo>
                <a:lnTo>
                  <a:pt x="0" y="6289040"/>
                </a:lnTo>
                <a:close/>
              </a:path>
            </a:pathLst>
          </a:custGeom>
          <a:noFill/>
        </p:spPr>
        <p:txBody>
          <a:bodyPr wrap="square" bIns="0" anchor="ctr">
            <a:noAutofit/>
          </a:bodyPr>
          <a:lstStyle>
            <a:lvl1pPr algn="ctr">
              <a:defRPr sz="900" b="0" i="0"/>
            </a:lvl1pPr>
          </a:lstStyle>
          <a:p>
            <a:r>
              <a:rPr lang="en-GB"/>
              <a:t>Partner </a:t>
            </a:r>
            <a:br>
              <a:rPr lang="en-GB"/>
            </a:br>
            <a:r>
              <a:rPr lang="en-GB"/>
              <a:t>logo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EEA7794-4B4F-F598-A175-44B2B16E0EE9}"/>
              </a:ext>
            </a:extLst>
          </p:cNvPr>
          <p:cNvCxnSpPr>
            <a:cxnSpLocks/>
          </p:cNvCxnSpPr>
          <p:nvPr userDrawn="1"/>
        </p:nvCxnSpPr>
        <p:spPr>
          <a:xfrm>
            <a:off x="4479196" y="5814450"/>
            <a:ext cx="0" cy="54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Picture Placeholder 11">
            <a:extLst>
              <a:ext uri="{FF2B5EF4-FFF2-40B4-BE49-F238E27FC236}">
                <a16:creationId xmlns:a16="http://schemas.microsoft.com/office/drawing/2014/main" id="{2977DE28-957E-B147-E156-648406ABC73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678830" y="5813493"/>
            <a:ext cx="540000" cy="540000"/>
          </a:xfrm>
          <a:custGeom>
            <a:avLst/>
            <a:gdLst>
              <a:gd name="connsiteX0" fmla="*/ 0 w 3959504"/>
              <a:gd name="connsiteY0" fmla="*/ 0 h 6289040"/>
              <a:gd name="connsiteX1" fmla="*/ 3959504 w 3959504"/>
              <a:gd name="connsiteY1" fmla="*/ 0 h 6289040"/>
              <a:gd name="connsiteX2" fmla="*/ 3959504 w 3959504"/>
              <a:gd name="connsiteY2" fmla="*/ 6289040 h 6289040"/>
              <a:gd name="connsiteX3" fmla="*/ 0 w 3959504"/>
              <a:gd name="connsiteY3" fmla="*/ 6289040 h 6289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959504" h="6289040">
                <a:moveTo>
                  <a:pt x="0" y="0"/>
                </a:moveTo>
                <a:lnTo>
                  <a:pt x="3959504" y="0"/>
                </a:lnTo>
                <a:lnTo>
                  <a:pt x="3959504" y="6289040"/>
                </a:lnTo>
                <a:lnTo>
                  <a:pt x="0" y="6289040"/>
                </a:lnTo>
                <a:close/>
              </a:path>
            </a:pathLst>
          </a:custGeom>
          <a:noFill/>
        </p:spPr>
        <p:txBody>
          <a:bodyPr wrap="square" bIns="0" anchor="ctr">
            <a:noAutofit/>
          </a:bodyPr>
          <a:lstStyle>
            <a:lvl1pPr algn="ctr">
              <a:defRPr sz="900" b="0" i="0"/>
            </a:lvl1pPr>
          </a:lstStyle>
          <a:p>
            <a:r>
              <a:rPr lang="en-GB"/>
              <a:t>Partner logo</a:t>
            </a:r>
          </a:p>
        </p:txBody>
      </p:sp>
    </p:spTree>
    <p:extLst>
      <p:ext uri="{BB962C8B-B14F-4D97-AF65-F5344CB8AC3E}">
        <p14:creationId xmlns:p14="http://schemas.microsoft.com/office/powerpoint/2010/main" val="234973046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rtner Logo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Placeholder 1">
            <a:extLst>
              <a:ext uri="{FF2B5EF4-FFF2-40B4-BE49-F238E27FC236}">
                <a16:creationId xmlns:a16="http://schemas.microsoft.com/office/drawing/2014/main" id="{02E7F36C-378D-28CD-894C-549E0127F78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9733" y="538540"/>
            <a:ext cx="10036267" cy="383695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>
              <a:defRPr b="1" i="0"/>
            </a:lvl1pPr>
          </a:lstStyle>
          <a:p>
            <a:r>
              <a:rPr lang="en-GB"/>
              <a:t>Click here to insert title</a:t>
            </a:r>
          </a:p>
        </p:txBody>
      </p:sp>
      <p:sp>
        <p:nvSpPr>
          <p:cNvPr id="20" name="Content Placeholder 15">
            <a:extLst>
              <a:ext uri="{FF2B5EF4-FFF2-40B4-BE49-F238E27FC236}">
                <a16:creationId xmlns:a16="http://schemas.microsoft.com/office/drawing/2014/main" id="{E725A32E-8D8E-B948-82F0-8289130EB220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499733" y="1077066"/>
            <a:ext cx="10036267" cy="4379011"/>
          </a:xfrm>
          <a:prstGeom prst="rect">
            <a:avLst/>
          </a:prstGeom>
        </p:spPr>
        <p:txBody>
          <a:bodyPr/>
          <a:lstStyle>
            <a:lvl1pPr>
              <a:lnSpc>
                <a:spcPct val="104000"/>
              </a:lnSpc>
              <a:defRPr sz="1401" b="0" i="0"/>
            </a:lvl1pPr>
          </a:lstStyle>
          <a:p>
            <a:endParaRPr lang="en-GB"/>
          </a:p>
        </p:txBody>
      </p:sp>
      <p:pic>
        <p:nvPicPr>
          <p:cNvPr id="22" name="Graphic 21">
            <a:extLst>
              <a:ext uri="{FF2B5EF4-FFF2-40B4-BE49-F238E27FC236}">
                <a16:creationId xmlns:a16="http://schemas.microsoft.com/office/drawing/2014/main" id="{8C1D5C26-8787-7A59-105B-0F375A09A3E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1039980" y="503550"/>
            <a:ext cx="651959" cy="936000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DABEBCFA-51F6-E69F-BE22-155AFF9542B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502042" y="5813461"/>
            <a:ext cx="2047717" cy="540991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29AB000-5357-40B7-095A-4090EA2B73B7}"/>
              </a:ext>
            </a:extLst>
          </p:cNvPr>
          <p:cNvCxnSpPr>
            <a:cxnSpLocks/>
          </p:cNvCxnSpPr>
          <p:nvPr userDrawn="1"/>
        </p:nvCxnSpPr>
        <p:spPr>
          <a:xfrm>
            <a:off x="2749388" y="5814450"/>
            <a:ext cx="0" cy="54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Picture Placeholder 11">
            <a:extLst>
              <a:ext uri="{FF2B5EF4-FFF2-40B4-BE49-F238E27FC236}">
                <a16:creationId xmlns:a16="http://schemas.microsoft.com/office/drawing/2014/main" id="{F0A8F6F1-9EB1-1E30-5F3D-4D45417E41A0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2949023" y="5813460"/>
            <a:ext cx="1330540" cy="540000"/>
          </a:xfrm>
          <a:custGeom>
            <a:avLst/>
            <a:gdLst>
              <a:gd name="connsiteX0" fmla="*/ 0 w 3959504"/>
              <a:gd name="connsiteY0" fmla="*/ 0 h 6289040"/>
              <a:gd name="connsiteX1" fmla="*/ 3959504 w 3959504"/>
              <a:gd name="connsiteY1" fmla="*/ 0 h 6289040"/>
              <a:gd name="connsiteX2" fmla="*/ 3959504 w 3959504"/>
              <a:gd name="connsiteY2" fmla="*/ 6289040 h 6289040"/>
              <a:gd name="connsiteX3" fmla="*/ 0 w 3959504"/>
              <a:gd name="connsiteY3" fmla="*/ 6289040 h 6289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959504" h="6289040">
                <a:moveTo>
                  <a:pt x="0" y="0"/>
                </a:moveTo>
                <a:lnTo>
                  <a:pt x="3959504" y="0"/>
                </a:lnTo>
                <a:lnTo>
                  <a:pt x="3959504" y="6289040"/>
                </a:lnTo>
                <a:lnTo>
                  <a:pt x="0" y="6289040"/>
                </a:lnTo>
                <a:close/>
              </a:path>
            </a:pathLst>
          </a:custGeom>
          <a:noFill/>
        </p:spPr>
        <p:txBody>
          <a:bodyPr wrap="square" bIns="0" anchor="ctr">
            <a:noAutofit/>
          </a:bodyPr>
          <a:lstStyle>
            <a:lvl1pPr algn="ctr">
              <a:defRPr sz="900" b="0" i="0"/>
            </a:lvl1pPr>
          </a:lstStyle>
          <a:p>
            <a:r>
              <a:rPr lang="en-GB"/>
              <a:t>Partner </a:t>
            </a:r>
            <a:br>
              <a:rPr lang="en-GB"/>
            </a:br>
            <a:r>
              <a:rPr lang="en-GB"/>
              <a:t>logo</a:t>
            </a:r>
          </a:p>
        </p:txBody>
      </p:sp>
    </p:spTree>
    <p:extLst>
      <p:ext uri="{BB962C8B-B14F-4D97-AF65-F5344CB8AC3E}">
        <p14:creationId xmlns:p14="http://schemas.microsoft.com/office/powerpoint/2010/main" val="363687844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1A2B6932-246C-2F4B-B897-29B44C1D8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9732" y="2968746"/>
            <a:ext cx="4860000" cy="92050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>
              <a:lnSpc>
                <a:spcPct val="80000"/>
              </a:lnSpc>
              <a:defRPr sz="7200" b="1" i="0">
                <a:solidFill>
                  <a:schemeClr val="tx1"/>
                </a:solidFill>
                <a:latin typeface="Aptos" panose="020B0004020202020204" pitchFamily="34" charset="0"/>
              </a:defRPr>
            </a:lvl1pPr>
          </a:lstStyle>
          <a:p>
            <a:r>
              <a:rPr lang="en-GB"/>
              <a:t>Thank you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D51D06E0-59F9-89D6-ACF8-6C5311E802C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1040312" y="503550"/>
            <a:ext cx="651959" cy="936000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21D1B6CD-BEBA-A389-2AF7-B83C17ED8B1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 rot="16200000">
            <a:off x="10397913" y="5057791"/>
            <a:ext cx="2047718" cy="540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312946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1A2B6932-246C-2F4B-B897-29B44C1D8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9732" y="2716971"/>
            <a:ext cx="4860000" cy="92050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>
              <a:lnSpc>
                <a:spcPct val="80000"/>
              </a:lnSpc>
              <a:defRPr sz="7200" b="1" i="0">
                <a:solidFill>
                  <a:schemeClr val="tx1"/>
                </a:solidFill>
                <a:latin typeface="Aptos" panose="020B0004020202020204" pitchFamily="34" charset="0"/>
              </a:defRPr>
            </a:lvl1pPr>
          </a:lstStyle>
          <a:p>
            <a:r>
              <a:rPr lang="en-GB"/>
              <a:t>Thank you</a:t>
            </a:r>
          </a:p>
        </p:txBody>
      </p:sp>
      <p:sp>
        <p:nvSpPr>
          <p:cNvPr id="7" name="Picture Placeholder 11">
            <a:extLst>
              <a:ext uri="{FF2B5EF4-FFF2-40B4-BE49-F238E27FC236}">
                <a16:creationId xmlns:a16="http://schemas.microsoft.com/office/drawing/2014/main" id="{1CE9F832-37B0-8AE8-FEAB-E13F26BE46BF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5986024" y="-1"/>
            <a:ext cx="4549979" cy="5368546"/>
          </a:xfrm>
          <a:custGeom>
            <a:avLst/>
            <a:gdLst>
              <a:gd name="connsiteX0" fmla="*/ 0 w 3959504"/>
              <a:gd name="connsiteY0" fmla="*/ 0 h 6289040"/>
              <a:gd name="connsiteX1" fmla="*/ 3959504 w 3959504"/>
              <a:gd name="connsiteY1" fmla="*/ 0 h 6289040"/>
              <a:gd name="connsiteX2" fmla="*/ 3959504 w 3959504"/>
              <a:gd name="connsiteY2" fmla="*/ 6289040 h 6289040"/>
              <a:gd name="connsiteX3" fmla="*/ 0 w 3959504"/>
              <a:gd name="connsiteY3" fmla="*/ 6289040 h 6289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959504" h="6289040">
                <a:moveTo>
                  <a:pt x="0" y="0"/>
                </a:moveTo>
                <a:lnTo>
                  <a:pt x="3959504" y="0"/>
                </a:lnTo>
                <a:lnTo>
                  <a:pt x="3959504" y="6289040"/>
                </a:lnTo>
                <a:lnTo>
                  <a:pt x="0" y="6289040"/>
                </a:lnTo>
                <a:close/>
              </a:path>
            </a:pathLst>
          </a:custGeom>
        </p:spPr>
        <p:txBody>
          <a:bodyPr wrap="square" bIns="648000" anchor="ctr">
            <a:noAutofit/>
          </a:bodyPr>
          <a:lstStyle>
            <a:lvl1pPr algn="ctr">
              <a:defRPr sz="1200" b="0" i="0"/>
            </a:lvl1pPr>
          </a:lstStyle>
          <a:p>
            <a:r>
              <a:rPr lang="en-GB"/>
              <a:t>Click icon to insert image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61AC94D6-81C3-78DC-5AFA-1BD3B5E45F8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1039980" y="503550"/>
            <a:ext cx="651959" cy="936000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BFD63378-1B60-1C80-BEA9-4CEFF7D16C9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502042" y="5813461"/>
            <a:ext cx="2047717" cy="540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612408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862839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D95AF3EB-775F-932F-2D2D-9A560FCE7D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99735" y="1888476"/>
            <a:ext cx="11192533" cy="35676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endParaRPr lang="en-GB"/>
          </a:p>
        </p:txBody>
      </p:sp>
      <p:sp>
        <p:nvSpPr>
          <p:cNvPr id="23" name="Title Placeholder 1">
            <a:extLst>
              <a:ext uri="{FF2B5EF4-FFF2-40B4-BE49-F238E27FC236}">
                <a16:creationId xmlns:a16="http://schemas.microsoft.com/office/drawing/2014/main" id="{C22E8A12-9DC3-A20F-90E1-730B1B8288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9735" y="538540"/>
            <a:ext cx="11192533" cy="383695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GB"/>
              <a:t>Click here to insert title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FEC4EDBF-2CB8-82EC-24AE-78509B283CD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39733" y="5994450"/>
            <a:ext cx="10652533" cy="360000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defRPr sz="1100" b="0" i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</a:lstStyle>
          <a:p>
            <a:endParaRPr lang="en-GB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7BE6DE3-225D-4767-1F5E-38B5898EDD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99733" y="5994450"/>
            <a:ext cx="360000" cy="360000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defRPr sz="1200" b="1" i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</a:lstStyle>
          <a:p>
            <a:fld id="{E8F1A65C-595C-4736-BF40-F7D31E789466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553711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</p:sldLayoutIdLst>
  <p:hf hdr="0" dt="0"/>
  <p:txStyles>
    <p:titleStyle>
      <a:lvl1pPr algn="l" defTabSz="914431" rtl="0" eaLnBrk="1" latinLnBrk="0" hangingPunct="1">
        <a:lnSpc>
          <a:spcPct val="80000"/>
        </a:lnSpc>
        <a:spcBef>
          <a:spcPct val="0"/>
        </a:spcBef>
        <a:buNone/>
        <a:defRPr sz="3001" b="1" i="0" kern="1200">
          <a:solidFill>
            <a:schemeClr val="tx1"/>
          </a:solidFill>
          <a:latin typeface="Aptos" panose="020B0004020202020204" pitchFamily="34" charset="0"/>
          <a:ea typeface="+mj-ea"/>
          <a:cs typeface="Calibri" panose="020F0502020204030204" pitchFamily="34" charset="0"/>
        </a:defRPr>
      </a:lvl1pPr>
    </p:titleStyle>
    <p:bodyStyle>
      <a:lvl1pPr marL="0" indent="0" algn="l" defTabSz="914431" rtl="0" eaLnBrk="1" latinLnBrk="0" hangingPunct="1">
        <a:lnSpc>
          <a:spcPct val="104000"/>
        </a:lnSpc>
        <a:spcBef>
          <a:spcPts val="0"/>
        </a:spcBef>
        <a:buFont typeface="Arial" panose="020B0604020202020204" pitchFamily="34" charset="0"/>
        <a:buNone/>
        <a:defRPr sz="1600" b="0" i="0" kern="1200" spc="30" baseline="0">
          <a:solidFill>
            <a:schemeClr val="tx1"/>
          </a:solidFill>
          <a:latin typeface="Aptos" panose="020B0004020202020204" pitchFamily="34" charset="0"/>
          <a:ea typeface="+mn-ea"/>
          <a:cs typeface="Calibri" panose="020F0502020204030204" pitchFamily="34" charset="0"/>
        </a:defRPr>
      </a:lvl1pPr>
      <a:lvl2pPr marL="457216" indent="0" algn="l" defTabSz="91443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2pPr>
      <a:lvl3pPr marL="914431" indent="0" algn="l" defTabSz="91443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401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3pPr>
      <a:lvl4pPr marL="1371647" indent="0" algn="l" defTabSz="91443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4pPr>
      <a:lvl5pPr marL="1828862" indent="0" algn="l" defTabSz="91443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5pPr>
      <a:lvl6pPr marL="2514686" indent="-228607" algn="l" defTabSz="91443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971900" indent="-228607" algn="l" defTabSz="91443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429117" indent="-228607" algn="l" defTabSz="91443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886331" indent="-228607" algn="l" defTabSz="91443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31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1pPr>
      <a:lvl2pPr marL="457216" algn="l" defTabSz="914431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2pPr>
      <a:lvl3pPr marL="914431" algn="l" defTabSz="914431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3pPr>
      <a:lvl4pPr marL="1371647" algn="l" defTabSz="914431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4pPr>
      <a:lvl5pPr marL="1828862" algn="l" defTabSz="914431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5pPr>
      <a:lvl6pPr marL="2286078" algn="l" defTabSz="914431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743293" algn="l" defTabSz="914431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200508" algn="l" defTabSz="914431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657724" algn="l" defTabSz="914431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hyperlink" Target="https://maps.app.goo.gl/ghNdsRbzKuXh7qRS8" TargetMode="External"/><Relationship Id="rId3" Type="http://schemas.openxmlformats.org/officeDocument/2006/relationships/hyperlink" Target="05.7%252525252525252525252525252525252525252525252522N+1%2525252525252525252525252525252525252525252525C2%2525252525252525252525252525252525252525252525B033" TargetMode="External"/><Relationship Id="rId7" Type="http://schemas.openxmlformats.org/officeDocument/2006/relationships/hyperlink" Target="https://www.google.com/maps/place/Pret+A+Manger/@52.3801651,-1.5628108,17.17z/data=!3m1!5s0x48774acf5bfc7f97:0x4bd30b16d465372d!4m6!3m5!1s0x48774bffaced91bf:0x19c77ae75508ecb3!8m2!3d52.3783382!4d-1.5612244!16s%2Fg%2F11fp1r4ty_?entry=ttu&amp;g_ep=EgoyMDI2MDYxNi4wIKXMDSoASAFQAw%3D%3D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maps.app.goo.gl/v4MWUQeM2dbTf5xJA" TargetMode="Externa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7A87946-5EF7-ED56-2DE9-B2194609A1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5" y="373471"/>
            <a:ext cx="10653820" cy="1116972"/>
          </a:xfrm>
        </p:spPr>
        <p:txBody>
          <a:bodyPr/>
          <a:lstStyle/>
          <a:p>
            <a:r>
              <a:rPr lang="en-US" sz="3600" dirty="0"/>
              <a:t>Warwick Text Analytics Workshop</a:t>
            </a:r>
            <a:br>
              <a:rPr lang="en-GB" sz="3600" dirty="0"/>
            </a:br>
            <a:r>
              <a:rPr lang="en-US" sz="1801" dirty="0"/>
              <a:t>Date: </a:t>
            </a:r>
            <a:r>
              <a:rPr lang="en-US" sz="1801" b="0" dirty="0"/>
              <a:t>14</a:t>
            </a:r>
            <a:r>
              <a:rPr lang="en-US" sz="1801" b="0" baseline="30000" dirty="0"/>
              <a:t>th</a:t>
            </a:r>
            <a:r>
              <a:rPr lang="en-US" sz="1801" b="0" dirty="0"/>
              <a:t>-15</a:t>
            </a:r>
            <a:r>
              <a:rPr lang="en-US" sz="1801" b="0" baseline="30000" dirty="0"/>
              <a:t>th</a:t>
            </a:r>
            <a:r>
              <a:rPr lang="en-US" sz="1801" b="0" dirty="0"/>
              <a:t> July 2026</a:t>
            </a:r>
            <a:br>
              <a:rPr lang="en-GB" sz="1801" dirty="0"/>
            </a:br>
            <a:r>
              <a:rPr lang="en-US" sz="1801" dirty="0"/>
              <a:t>Location: </a:t>
            </a:r>
            <a:r>
              <a:rPr lang="en-US" sz="1801" b="0" dirty="0"/>
              <a:t>Ground Floor Computer Lab, Psychology Building, University of Warwick </a:t>
            </a:r>
            <a:br>
              <a:rPr lang="en-US" sz="1801" dirty="0"/>
            </a:br>
            <a:r>
              <a:rPr lang="en-US" sz="1801" b="0" dirty="0"/>
              <a:t>(Click </a:t>
            </a:r>
            <a:r>
              <a:rPr lang="en-US" sz="1801" b="0" u="sng" dirty="0">
                <a:hlinkClick r:id="rId3"/>
              </a:rPr>
              <a:t>here</a:t>
            </a:r>
            <a:r>
              <a:rPr lang="en-US" sz="1801" b="0" dirty="0"/>
              <a:t> for location on Google Maps). What3words location: </a:t>
            </a:r>
            <a:r>
              <a:rPr lang="en-US" sz="1801" b="0" i="1" dirty="0" err="1"/>
              <a:t>couch.modern.chin</a:t>
            </a:r>
            <a:r>
              <a:rPr lang="en-GB" sz="1801" b="0" dirty="0"/>
              <a:t> </a:t>
            </a:r>
            <a:endParaRPr lang="en-GB" sz="3600" b="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F59292E-7A92-AA48-C4FE-9CE1DD8D74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3637479"/>
              </p:ext>
            </p:extLst>
          </p:nvPr>
        </p:nvGraphicFramePr>
        <p:xfrm>
          <a:off x="180753" y="1633605"/>
          <a:ext cx="5818432" cy="3812313"/>
        </p:xfrm>
        <a:graphic>
          <a:graphicData uri="http://schemas.openxmlformats.org/drawingml/2006/table">
            <a:tbl>
              <a:tblPr firstRow="1" firstCol="1" bandRow="1">
                <a:tableStyleId>{21E4AEA4-8DFA-4A89-87EB-49C32662AFE0}</a:tableStyleId>
              </a:tblPr>
              <a:tblGrid>
                <a:gridCol w="1460416">
                  <a:extLst>
                    <a:ext uri="{9D8B030D-6E8A-4147-A177-3AD203B41FA5}">
                      <a16:colId xmlns:a16="http://schemas.microsoft.com/office/drawing/2014/main" val="1096891820"/>
                    </a:ext>
                  </a:extLst>
                </a:gridCol>
                <a:gridCol w="2548058">
                  <a:extLst>
                    <a:ext uri="{9D8B030D-6E8A-4147-A177-3AD203B41FA5}">
                      <a16:colId xmlns:a16="http://schemas.microsoft.com/office/drawing/2014/main" val="484803047"/>
                    </a:ext>
                  </a:extLst>
                </a:gridCol>
                <a:gridCol w="1809958">
                  <a:extLst>
                    <a:ext uri="{9D8B030D-6E8A-4147-A177-3AD203B41FA5}">
                      <a16:colId xmlns:a16="http://schemas.microsoft.com/office/drawing/2014/main" val="3684935501"/>
                    </a:ext>
                  </a:extLst>
                </a:gridCol>
              </a:tblGrid>
              <a:tr h="26611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14</a:t>
                      </a:r>
                      <a:r>
                        <a:rPr lang="en-US" sz="1200" kern="100" baseline="30000">
                          <a:effectLst/>
                        </a:rPr>
                        <a:t>th</a:t>
                      </a:r>
                      <a:r>
                        <a:rPr lang="en-US" sz="1200" kern="100">
                          <a:effectLst/>
                        </a:rPr>
                        <a:t> July (Tues)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PMingLiU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Session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PMingLiU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Instructor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PMingLiU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837390050"/>
                  </a:ext>
                </a:extLst>
              </a:tr>
              <a:tr h="26611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09:00-09:10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PMingLiU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Coffee/Tea</a:t>
                      </a:r>
                      <a:endParaRPr lang="en-GB" sz="1400" kern="100" dirty="0">
                        <a:effectLst/>
                        <a:latin typeface="Aptos" panose="020B0004020202020204" pitchFamily="34" charset="0"/>
                        <a:ea typeface="PMingLiU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 </a:t>
                      </a:r>
                      <a:endParaRPr lang="en-GB" sz="1400" kern="100" dirty="0">
                        <a:effectLst/>
                        <a:latin typeface="Aptos" panose="020B0004020202020204" pitchFamily="34" charset="0"/>
                        <a:ea typeface="PMingLiU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47999058"/>
                  </a:ext>
                </a:extLst>
              </a:tr>
              <a:tr h="64792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09.10-10:45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PMingLiU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Basic text analysis in R</a:t>
                      </a:r>
                      <a:endParaRPr lang="en-GB" sz="1400" kern="100">
                        <a:effectLst/>
                        <a:latin typeface="Aptos" panose="020B0004020202020204" pitchFamily="34" charset="0"/>
                        <a:ea typeface="PMingLiU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Dr Matthew Mak</a:t>
                      </a:r>
                      <a:endParaRPr lang="en-GB" sz="1400" kern="100" dirty="0"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dirty="0">
                          <a:effectLst/>
                        </a:rPr>
                        <a:t>University of Warwick</a:t>
                      </a:r>
                      <a:endParaRPr lang="en-GB" sz="1400" kern="100" dirty="0">
                        <a:effectLst/>
                        <a:latin typeface="Aptos" panose="020B0004020202020204" pitchFamily="34" charset="0"/>
                        <a:ea typeface="PMingLiU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025258265"/>
                  </a:ext>
                </a:extLst>
              </a:tr>
              <a:tr h="26611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10:45-11:00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PMingLiU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Break</a:t>
                      </a:r>
                      <a:endParaRPr lang="en-GB" sz="1400" kern="100">
                        <a:effectLst/>
                        <a:latin typeface="Aptos" panose="020B0004020202020204" pitchFamily="34" charset="0"/>
                        <a:ea typeface="PMingLiU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 </a:t>
                      </a:r>
                      <a:endParaRPr lang="en-GB" sz="1400" kern="100">
                        <a:effectLst/>
                        <a:latin typeface="Aptos" panose="020B0004020202020204" pitchFamily="34" charset="0"/>
                        <a:ea typeface="PMingLiU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70353405"/>
                  </a:ext>
                </a:extLst>
              </a:tr>
              <a:tr h="62898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11:00-12:30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PMingLiU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Introduction to Text Mining</a:t>
                      </a:r>
                      <a:endParaRPr lang="en-GB" sz="1400" kern="100" dirty="0">
                        <a:effectLst/>
                        <a:latin typeface="Aptos" panose="020B0004020202020204" pitchFamily="34" charset="0"/>
                        <a:ea typeface="PMingLiU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Prof Lukasz Walasek</a:t>
                      </a:r>
                      <a:endParaRPr lang="en-GB" sz="1400" kern="100" dirty="0"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dirty="0">
                          <a:effectLst/>
                        </a:rPr>
                        <a:t>University of Warwick</a:t>
                      </a:r>
                      <a:endParaRPr lang="en-GB" sz="1400" kern="100" dirty="0">
                        <a:effectLst/>
                        <a:latin typeface="Aptos" panose="020B0004020202020204" pitchFamily="34" charset="0"/>
                        <a:ea typeface="PMingLiU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26309828"/>
                  </a:ext>
                </a:extLst>
              </a:tr>
              <a:tr h="26611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12:30-13:30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PMingLiU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6"/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Lunch (Please make your own arrangements)*</a:t>
                      </a:r>
                    </a:p>
                  </a:txBody>
                  <a:tcPr marL="68580" marR="68580" marT="0" marB="0">
                    <a:solidFill>
                      <a:schemeClr val="accent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68580" marR="68580" marT="0" marB="0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4027406"/>
                  </a:ext>
                </a:extLst>
              </a:tr>
              <a:tr h="73547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13:30-15:30</a:t>
                      </a:r>
                      <a:endParaRPr lang="en-GB" sz="1200" kern="100"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(Break included)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PMingLiU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kern="100">
                          <a:effectLst/>
                        </a:rPr>
                        <a:t>From Text to Networks: A Hands-on Introduction Using Your Favourite Book</a:t>
                      </a:r>
                      <a:endParaRPr lang="en-GB" sz="1400" kern="100">
                        <a:effectLst/>
                        <a:latin typeface="Aptos" panose="020B0004020202020204" pitchFamily="34" charset="0"/>
                        <a:ea typeface="PMingLiU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Mr Jan Antkiewicz</a:t>
                      </a:r>
                      <a:endParaRPr lang="en-GB" sz="1400" kern="100"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>
                          <a:effectLst/>
                        </a:rPr>
                        <a:t>University of Warwick</a:t>
                      </a:r>
                      <a:endParaRPr lang="en-GB" sz="1400" kern="100">
                        <a:effectLst/>
                        <a:latin typeface="Aptos" panose="020B0004020202020204" pitchFamily="34" charset="0"/>
                        <a:ea typeface="PMingLiU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15033473"/>
                  </a:ext>
                </a:extLst>
              </a:tr>
              <a:tr h="73547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15:30-17:30</a:t>
                      </a:r>
                      <a:endParaRPr lang="en-GB" sz="1200" kern="100"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(Break included)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PMingLiU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kern="100">
                          <a:effectLst/>
                        </a:rPr>
                        <a:t>Human vs. AI: Analyzing Generative Diversity using Semantic Embeddings</a:t>
                      </a:r>
                      <a:endParaRPr lang="en-GB" sz="1400" kern="100">
                        <a:effectLst/>
                        <a:latin typeface="Aptos" panose="020B0004020202020204" pitchFamily="34" charset="0"/>
                        <a:ea typeface="PMingLiU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 err="1">
                          <a:effectLst/>
                        </a:rPr>
                        <a:t>Mr</a:t>
                      </a:r>
                      <a:r>
                        <a:rPr lang="en-US" sz="1400" kern="100" dirty="0">
                          <a:effectLst/>
                        </a:rPr>
                        <a:t> Kibum Moon</a:t>
                      </a:r>
                      <a:endParaRPr lang="en-GB" sz="1400" kern="100" dirty="0"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dirty="0">
                          <a:effectLst/>
                        </a:rPr>
                        <a:t>Georgetown University</a:t>
                      </a:r>
                      <a:endParaRPr lang="en-GB" sz="1400" kern="100" dirty="0">
                        <a:effectLst/>
                        <a:latin typeface="Aptos" panose="020B0004020202020204" pitchFamily="34" charset="0"/>
                        <a:ea typeface="PMingLiU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30351551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282368F-8B13-D0D4-7403-1FC72B3BCA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243424"/>
              </p:ext>
            </p:extLst>
          </p:nvPr>
        </p:nvGraphicFramePr>
        <p:xfrm>
          <a:off x="6095999" y="1624877"/>
          <a:ext cx="5818433" cy="3818993"/>
        </p:xfrm>
        <a:graphic>
          <a:graphicData uri="http://schemas.openxmlformats.org/drawingml/2006/table">
            <a:tbl>
              <a:tblPr firstRow="1" firstCol="1" bandRow="1">
                <a:tableStyleId>{21E4AEA4-8DFA-4A89-87EB-49C32662AFE0}</a:tableStyleId>
              </a:tblPr>
              <a:tblGrid>
                <a:gridCol w="1460416">
                  <a:extLst>
                    <a:ext uri="{9D8B030D-6E8A-4147-A177-3AD203B41FA5}">
                      <a16:colId xmlns:a16="http://schemas.microsoft.com/office/drawing/2014/main" val="2793545665"/>
                    </a:ext>
                  </a:extLst>
                </a:gridCol>
                <a:gridCol w="2744653">
                  <a:extLst>
                    <a:ext uri="{9D8B030D-6E8A-4147-A177-3AD203B41FA5}">
                      <a16:colId xmlns:a16="http://schemas.microsoft.com/office/drawing/2014/main" val="1890144148"/>
                    </a:ext>
                  </a:extLst>
                </a:gridCol>
                <a:gridCol w="1613364">
                  <a:extLst>
                    <a:ext uri="{9D8B030D-6E8A-4147-A177-3AD203B41FA5}">
                      <a16:colId xmlns:a16="http://schemas.microsoft.com/office/drawing/2014/main" val="1998006360"/>
                    </a:ext>
                  </a:extLst>
                </a:gridCol>
              </a:tblGrid>
              <a:tr h="25708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200" kern="100">
                          <a:effectLst/>
                        </a:rPr>
                        <a:t>15</a:t>
                      </a:r>
                      <a:r>
                        <a:rPr lang="en-GB" sz="1200" kern="100" baseline="30000">
                          <a:effectLst/>
                        </a:rPr>
                        <a:t>th</a:t>
                      </a:r>
                      <a:r>
                        <a:rPr lang="en-GB" sz="1200" kern="100">
                          <a:effectLst/>
                        </a:rPr>
                        <a:t> July (Wed)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PMingLiU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Session</a:t>
                      </a:r>
                      <a:endParaRPr lang="en-GB" sz="1200" kern="100" dirty="0">
                        <a:effectLst/>
                        <a:latin typeface="Aptos" panose="020B0004020202020204" pitchFamily="34" charset="0"/>
                        <a:ea typeface="PMingLiU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Instructor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PMingLiU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15827938"/>
                  </a:ext>
                </a:extLst>
              </a:tr>
              <a:tr h="28038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200" kern="100">
                          <a:effectLst/>
                        </a:rPr>
                        <a:t>08:50-09:00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PMingLiU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Coffee/Tea</a:t>
                      </a:r>
                      <a:endParaRPr lang="en-GB" sz="1400" kern="100">
                        <a:effectLst/>
                        <a:latin typeface="Aptos" panose="020B0004020202020204" pitchFamily="34" charset="0"/>
                        <a:ea typeface="PMingLiU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 </a:t>
                      </a:r>
                      <a:endParaRPr lang="en-GB" sz="1400" kern="100" dirty="0">
                        <a:effectLst/>
                        <a:latin typeface="Aptos" panose="020B0004020202020204" pitchFamily="34" charset="0"/>
                        <a:ea typeface="PMingLiU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26899128"/>
                  </a:ext>
                </a:extLst>
              </a:tr>
              <a:tr h="116519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09:00-11:00</a:t>
                      </a:r>
                      <a:endParaRPr lang="en-GB" sz="1200" kern="100"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(Break included) 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PMingLiU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kern="0">
                          <a:effectLst/>
                        </a:rPr>
                        <a:t>From Open-Ended Advice to Quantitative Features: Using LLMs for Text Analysis in Behavioral Science Research</a:t>
                      </a:r>
                      <a:endParaRPr lang="en-GB" sz="1400" kern="100">
                        <a:effectLst/>
                        <a:latin typeface="Aptos" panose="020B0004020202020204" pitchFamily="34" charset="0"/>
                        <a:ea typeface="PMingLiU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Ms Peiqi Chen</a:t>
                      </a:r>
                      <a:endParaRPr lang="en-GB" sz="1400" kern="100"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>
                          <a:effectLst/>
                        </a:rPr>
                        <a:t>University of Warwick</a:t>
                      </a:r>
                      <a:endParaRPr lang="en-GB" sz="1400" kern="100">
                        <a:effectLst/>
                        <a:latin typeface="Aptos" panose="020B0004020202020204" pitchFamily="34" charset="0"/>
                        <a:ea typeface="PMingLiU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608709195"/>
                  </a:ext>
                </a:extLst>
              </a:tr>
              <a:tr h="87025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11:00-13:00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(Break included)</a:t>
                      </a:r>
                      <a:endParaRPr lang="en-GB" sz="1200" kern="100" dirty="0">
                        <a:effectLst/>
                        <a:latin typeface="Aptos" panose="020B0004020202020204" pitchFamily="34" charset="0"/>
                        <a:ea typeface="PMingLiU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kern="100" dirty="0">
                          <a:effectLst/>
                        </a:rPr>
                        <a:t>Open-Source Tools for LLM-Assisted Text Analysis in Behavioural Science</a:t>
                      </a:r>
                      <a:endParaRPr lang="en-GB" sz="1400" kern="100" dirty="0">
                        <a:effectLst/>
                        <a:latin typeface="Aptos" panose="020B0004020202020204" pitchFamily="34" charset="0"/>
                        <a:ea typeface="PMingLiU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Dr Eric Yang</a:t>
                      </a:r>
                      <a:endParaRPr lang="en-GB" sz="1400" kern="100"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>
                          <a:effectLst/>
                        </a:rPr>
                        <a:t>University of Bath</a:t>
                      </a:r>
                      <a:endParaRPr lang="en-GB" sz="1400" kern="100">
                        <a:effectLst/>
                        <a:latin typeface="Aptos" panose="020B0004020202020204" pitchFamily="34" charset="0"/>
                        <a:ea typeface="PMingLiU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814634090"/>
                  </a:ext>
                </a:extLst>
              </a:tr>
              <a:tr h="28038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13:00-14:30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PMingLiU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6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31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00" dirty="0">
                          <a:effectLst/>
                        </a:rPr>
                        <a:t>Lunch (Please make your own arrangements)*</a:t>
                      </a:r>
                    </a:p>
                  </a:txBody>
                  <a:tcPr marL="68580" marR="68580" marT="0" marB="0">
                    <a:solidFill>
                      <a:schemeClr val="accent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68580" marR="68580" marT="0" marB="0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3051806"/>
                  </a:ext>
                </a:extLst>
              </a:tr>
              <a:tr h="96568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14:30-16:30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(Break included)</a:t>
                      </a:r>
                      <a:endParaRPr lang="en-GB" sz="1200" kern="100" dirty="0">
                        <a:effectLst/>
                        <a:latin typeface="Aptos" panose="020B0004020202020204" pitchFamily="34" charset="0"/>
                        <a:ea typeface="PMingLiU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Introduction to </a:t>
                      </a:r>
                      <a:r>
                        <a:rPr lang="en-GB" sz="1400" kern="100" dirty="0">
                          <a:effectLst/>
                        </a:rPr>
                        <a:t>Topic Modelling</a:t>
                      </a:r>
                      <a:r>
                        <a:rPr lang="en-GB" sz="1400" kern="0" dirty="0">
                          <a:effectLst/>
                        </a:rPr>
                        <a:t> &amp; Sentiment Analysis</a:t>
                      </a:r>
                      <a:endParaRPr lang="en-GB" sz="1400" kern="100" dirty="0">
                        <a:effectLst/>
                        <a:latin typeface="Aptos" panose="020B0004020202020204" pitchFamily="34" charset="0"/>
                        <a:ea typeface="PMingLiU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Dr Simon van Baal</a:t>
                      </a:r>
                      <a:endParaRPr lang="en-GB" sz="1400" kern="100" dirty="0"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dirty="0">
                          <a:effectLst/>
                        </a:rPr>
                        <a:t>University of Leeds</a:t>
                      </a:r>
                      <a:endParaRPr lang="en-GB" sz="1400" kern="100" dirty="0">
                        <a:effectLst/>
                        <a:latin typeface="Aptos" panose="020B0004020202020204" pitchFamily="34" charset="0"/>
                        <a:ea typeface="PMingLiU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38915070"/>
                  </a:ext>
                </a:extLst>
              </a:tr>
            </a:tbl>
          </a:graphicData>
        </a:graphic>
      </p:graphicFrame>
      <p:pic>
        <p:nvPicPr>
          <p:cNvPr id="12" name="Graphic 11">
            <a:extLst>
              <a:ext uri="{FF2B5EF4-FFF2-40B4-BE49-F238E27FC236}">
                <a16:creationId xmlns:a16="http://schemas.microsoft.com/office/drawing/2014/main" id="{FB655F86-D91B-FB22-2929-7828A46F026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921278" y="5464308"/>
            <a:ext cx="2993154" cy="110516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5B5D067-EB53-1A99-DD4F-0AFA4E3D1FF3}"/>
              </a:ext>
            </a:extLst>
          </p:cNvPr>
          <p:cNvSpPr txBox="1"/>
          <p:nvPr/>
        </p:nvSpPr>
        <p:spPr>
          <a:xfrm>
            <a:off x="8050658" y="6200140"/>
            <a:ext cx="9545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Funder: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88E1E5A-0876-7EDC-A405-6809A05917E3}"/>
              </a:ext>
            </a:extLst>
          </p:cNvPr>
          <p:cNvSpPr txBox="1"/>
          <p:nvPr/>
        </p:nvSpPr>
        <p:spPr>
          <a:xfrm>
            <a:off x="5521913" y="6488668"/>
            <a:ext cx="65035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Supported by: Department of Psychology, University of Warwick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3FB4396-F7E6-023A-541D-2BCBF5BE4CAF}"/>
              </a:ext>
            </a:extLst>
          </p:cNvPr>
          <p:cNvSpPr txBox="1"/>
          <p:nvPr/>
        </p:nvSpPr>
        <p:spPr>
          <a:xfrm>
            <a:off x="2740272" y="5571624"/>
            <a:ext cx="447295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*Eateries/Supermarket (within 10 min walk)</a:t>
            </a:r>
          </a:p>
          <a:p>
            <a:r>
              <a:rPr lang="en-US" dirty="0">
                <a:hlinkClick r:id="rId6"/>
              </a:rPr>
              <a:t>Nexus Café by </a:t>
            </a:r>
            <a:r>
              <a:rPr lang="en-US" dirty="0" err="1">
                <a:hlinkClick r:id="rId6"/>
              </a:rPr>
              <a:t>Eatwise</a:t>
            </a:r>
            <a:endParaRPr lang="en-US" dirty="0"/>
          </a:p>
          <a:p>
            <a:r>
              <a:rPr lang="en-US" dirty="0">
                <a:hlinkClick r:id="rId7"/>
              </a:rPr>
              <a:t>Pret A Manger </a:t>
            </a:r>
            <a:endParaRPr lang="en-US" dirty="0"/>
          </a:p>
          <a:p>
            <a:r>
              <a:rPr lang="en-US" dirty="0">
                <a:hlinkClick r:id="rId8"/>
              </a:rPr>
              <a:t>Tesco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8271945"/>
      </p:ext>
    </p:extLst>
  </p:cSld>
  <p:clrMapOvr>
    <a:masterClrMapping/>
  </p:clrMapOvr>
</p:sld>
</file>

<file path=ppt/theme/theme1.xml><?xml version="1.0" encoding="utf-8"?>
<a:theme xmlns:a="http://schemas.openxmlformats.org/drawingml/2006/main" name="UoW_Template_Green">
  <a:themeElements>
    <a:clrScheme name="Custom 4">
      <a:dk1>
        <a:srgbClr val="0C0C0C"/>
      </a:dk1>
      <a:lt1>
        <a:srgbClr val="FDFCFC"/>
      </a:lt1>
      <a:dk2>
        <a:srgbClr val="440379"/>
      </a:dk2>
      <a:lt2>
        <a:srgbClr val="FDFCFC"/>
      </a:lt2>
      <a:accent1>
        <a:srgbClr val="A399F4"/>
      </a:accent1>
      <a:accent2>
        <a:srgbClr val="440278"/>
      </a:accent2>
      <a:accent3>
        <a:srgbClr val="6CB6FF"/>
      </a:accent3>
      <a:accent4>
        <a:srgbClr val="50D6C1"/>
      </a:accent4>
      <a:accent5>
        <a:srgbClr val="FEDE7B"/>
      </a:accent5>
      <a:accent6>
        <a:srgbClr val="F0957F"/>
      </a:accent6>
      <a:hlink>
        <a:srgbClr val="0C0C0C"/>
      </a:hlink>
      <a:folHlink>
        <a:srgbClr val="0C0C0C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owerPoint Template" id="{2A9B734C-3E11-4469-83F7-FFA41F97EFCE}" vid="{BE2C4C15-A5A8-4801-AB0E-84192F862A5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251</Words>
  <Application>Microsoft Macintosh PowerPoint</Application>
  <PresentationFormat>Widescreen</PresentationFormat>
  <Paragraphs>60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Arial</vt:lpstr>
      <vt:lpstr>Calibri</vt:lpstr>
      <vt:lpstr>UoW_Template_Green</vt:lpstr>
      <vt:lpstr>Warwick Text Analytics Workshop Date: 14th-15th July 2026 Location: Ground Floor Computer Lab, Psychology Building, University of Warwick  (Click here for location on Google Maps). What3words location: couch.modern.chin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Mak, Matthew</dc:creator>
  <cp:lastModifiedBy>Mak, Matthew</cp:lastModifiedBy>
  <cp:revision>1</cp:revision>
  <dcterms:created xsi:type="dcterms:W3CDTF">2026-06-19T15:05:08Z</dcterms:created>
  <dcterms:modified xsi:type="dcterms:W3CDTF">2026-06-19T15:21:47Z</dcterms:modified>
</cp:coreProperties>
</file>